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85" r:id="rId3"/>
    <p:sldId id="1270" r:id="rId4"/>
    <p:sldId id="287" r:id="rId5"/>
    <p:sldId id="1271" r:id="rId6"/>
    <p:sldId id="286" r:id="rId7"/>
    <p:sldId id="1272" r:id="rId8"/>
    <p:sldId id="28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snapToGrid="0">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2F5B96-EC90-4B10-91AC-E32DA21E81E1}" type="datetimeFigureOut">
              <a:rPr lang="en-US" smtClean="0"/>
              <a:t>6/18/2026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57D5F-ED05-449E-97D0-205DAB987247}" type="slidenum">
              <a:rPr lang="en-US" smtClean="0"/>
              <a:t>‹#›</a:t>
            </a:fld>
            <a:endParaRPr lang="en-US"/>
          </a:p>
        </p:txBody>
      </p:sp>
    </p:spTree>
    <p:extLst>
      <p:ext uri="{BB962C8B-B14F-4D97-AF65-F5344CB8AC3E}">
        <p14:creationId xmlns:p14="http://schemas.microsoft.com/office/powerpoint/2010/main" val="606514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https://www.rfc-editor.org/rfc/rfc1945</a:t>
            </a:r>
          </a:p>
        </p:txBody>
      </p:sp>
      <p:sp>
        <p:nvSpPr>
          <p:cNvPr id="4" name="Slide Number Placeholder 3"/>
          <p:cNvSpPr>
            <a:spLocks noGrp="1"/>
          </p:cNvSpPr>
          <p:nvPr>
            <p:ph type="sldNum" sz="quarter" idx="5"/>
          </p:nvPr>
        </p:nvSpPr>
        <p:spPr/>
        <p:txBody>
          <a:bodyPr/>
          <a:lstStyle/>
          <a:p>
            <a:fld id="{BE457D5F-ED05-449E-97D0-205DAB987247}" type="slidenum">
              <a:rPr lang="en-US" smtClean="0"/>
              <a:t>2</a:t>
            </a:fld>
            <a:endParaRPr lang="en-US"/>
          </a:p>
        </p:txBody>
      </p:sp>
    </p:spTree>
    <p:extLst>
      <p:ext uri="{BB962C8B-B14F-4D97-AF65-F5344CB8AC3E}">
        <p14:creationId xmlns:p14="http://schemas.microsoft.com/office/powerpoint/2010/main" val="3837193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 has four fundamental rules that govern how communication works. First, the client always initiates. Browsers start every conversation. Second, the server always responds. It must reply to every request, even if just to say 'error'. Third, it's one request, one response. Each HTTP exchange is complete in itself. Fourth, and most importantly, HTTP is stateless - the server doesn't remember previous requests. This is why cookies exist. Without them, you'd have to log in for every single page you visit. </a:t>
            </a:r>
          </a:p>
        </p:txBody>
      </p:sp>
      <p:sp>
        <p:nvSpPr>
          <p:cNvPr id="4" name="Footer Placeholder 3"/>
          <p:cNvSpPr>
            <a:spLocks noGrp="1"/>
          </p:cNvSpPr>
          <p:nvPr>
            <p:ph type="ftr" sz="quarter" idx="4"/>
          </p:nvPr>
        </p:nvSpPr>
        <p:spPr/>
        <p:txBody>
          <a:bodyPr/>
          <a:lstStyle/>
          <a:p>
            <a:pPr>
              <a:defRPr/>
            </a:pPr>
            <a:r>
              <a:rPr lang="en-US"/>
              <a:t>P&amp;NE AIAD Departure Brief</a:t>
            </a:r>
          </a:p>
        </p:txBody>
      </p:sp>
      <p:sp>
        <p:nvSpPr>
          <p:cNvPr id="5" name="Slide Number Placeholder 4"/>
          <p:cNvSpPr>
            <a:spLocks noGrp="1"/>
          </p:cNvSpPr>
          <p:nvPr>
            <p:ph type="sldNum" sz="quarter" idx="5"/>
          </p:nvPr>
        </p:nvSpPr>
        <p:spPr/>
        <p:txBody>
          <a:bodyPr/>
          <a:lstStyle/>
          <a:p>
            <a:pPr>
              <a:defRPr/>
            </a:pPr>
            <a:fld id="{7FE6B1A2-9BDA-4174-9639-C12B0222CFB2}" type="slidenum">
              <a:rPr lang="en-US" smtClean="0"/>
              <a:pPr>
                <a:defRPr/>
              </a:pPr>
              <a:t>3</a:t>
            </a:fld>
            <a:endParaRPr lang="en-US"/>
          </a:p>
        </p:txBody>
      </p:sp>
    </p:spTree>
    <p:extLst>
      <p:ext uri="{BB962C8B-B14F-4D97-AF65-F5344CB8AC3E}">
        <p14:creationId xmlns:p14="http://schemas.microsoft.com/office/powerpoint/2010/main" val="1183947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/test HTTP/1.1</a:t>
            </a:r>
          </a:p>
          <a:p>
            <a:r>
              <a:rPr lang="en-US" dirty="0"/>
              <a:t>Host: example.com</a:t>
            </a:r>
          </a:p>
          <a:p>
            <a:r>
              <a:rPr lang="en-US" dirty="0"/>
              <a:t>Accept: */*</a:t>
            </a:r>
          </a:p>
          <a:p>
            <a:endParaRPr lang="en-US" dirty="0"/>
          </a:p>
          <a:p>
            <a:r>
              <a:rPr lang="en-US" dirty="0"/>
              <a:t>{"param"="hello"}</a:t>
            </a:r>
          </a:p>
          <a:p>
            <a:endParaRPr lang="en-US" dirty="0"/>
          </a:p>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4</a:t>
            </a:fld>
            <a:endParaRPr lang="en-US"/>
          </a:p>
        </p:txBody>
      </p:sp>
    </p:spTree>
    <p:extLst>
      <p:ext uri="{BB962C8B-B14F-4D97-AF65-F5344CB8AC3E}">
        <p14:creationId xmlns:p14="http://schemas.microsoft.com/office/powerpoint/2010/main" val="13726148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https://www.rfc-editor.org/rfc/rfc1945#section-5</a:t>
            </a:r>
          </a:p>
        </p:txBody>
      </p:sp>
      <p:sp>
        <p:nvSpPr>
          <p:cNvPr id="4" name="Slide Number Placeholder 3"/>
          <p:cNvSpPr>
            <a:spLocks noGrp="1"/>
          </p:cNvSpPr>
          <p:nvPr>
            <p:ph type="sldNum" sz="quarter" idx="5"/>
          </p:nvPr>
        </p:nvSpPr>
        <p:spPr/>
        <p:txBody>
          <a:bodyPr/>
          <a:lstStyle/>
          <a:p>
            <a:fld id="{BE457D5F-ED05-449E-97D0-205DAB987247}" type="slidenum">
              <a:rPr lang="en-US" smtClean="0"/>
              <a:t>5</a:t>
            </a:fld>
            <a:endParaRPr lang="en-US"/>
          </a:p>
        </p:txBody>
      </p:sp>
    </p:spTree>
    <p:extLst>
      <p:ext uri="{BB962C8B-B14F-4D97-AF65-F5344CB8AC3E}">
        <p14:creationId xmlns:p14="http://schemas.microsoft.com/office/powerpoint/2010/main" val="1385179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 an HTTP that returns HTML and one that returns a JSON response</a:t>
            </a:r>
          </a:p>
        </p:txBody>
      </p:sp>
      <p:sp>
        <p:nvSpPr>
          <p:cNvPr id="4" name="Slide Number Placeholder 3"/>
          <p:cNvSpPr>
            <a:spLocks noGrp="1"/>
          </p:cNvSpPr>
          <p:nvPr>
            <p:ph type="sldNum" sz="quarter" idx="5"/>
          </p:nvPr>
        </p:nvSpPr>
        <p:spPr/>
        <p:txBody>
          <a:bodyPr/>
          <a:lstStyle/>
          <a:p>
            <a:fld id="{BE457D5F-ED05-449E-97D0-205DAB987247}" type="slidenum">
              <a:rPr lang="en-US" smtClean="0"/>
              <a:t>6</a:t>
            </a:fld>
            <a:endParaRPr lang="en-US"/>
          </a:p>
        </p:txBody>
      </p:sp>
    </p:spTree>
    <p:extLst>
      <p:ext uri="{BB962C8B-B14F-4D97-AF65-F5344CB8AC3E}">
        <p14:creationId xmlns:p14="http://schemas.microsoft.com/office/powerpoint/2010/main" val="39423483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221F20"/>
        </a:solid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fld id="{7A3E0868-4E26-4CDC-8A56-D70E2D8B12FE}" type="datetime3">
              <a:rPr lang="en-US" smtClean="0"/>
              <a:t>18 June 2026</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fld id="{64E5BE4B-2FBF-4174-9E62-85FAD1CB43A6}" type="slidenum">
              <a:rPr lang="en-US" smtClean="0"/>
              <a:pPr/>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userDrawn="1"/>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userDrawn="1"/>
        </p:nvPicPr>
        <p:blipFill>
          <a:blip r:embed="rId3"/>
          <a:srcRect/>
          <a:stretch/>
        </p:blipFill>
        <p:spPr>
          <a:xfrm>
            <a:off x="10004616" y="411163"/>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userDrawn="1"/>
        </p:nvGrpSpPr>
        <p:grpSpPr>
          <a:xfrm>
            <a:off x="548219"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CC01"/>
                </a:solidFill>
                <a:effectLst/>
                <a:uLnTx/>
                <a:uFillTx/>
                <a:latin typeface="Arial"/>
                <a:ea typeface="+mj-ea"/>
                <a:cs typeface="+mj-cs"/>
              </a:rPr>
              <a:t>THREE LINES MAX</a:t>
            </a:r>
            <a:endParaRPr lang="en-US"/>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2" y="3784732"/>
            <a:ext cx="3565524"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80"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102221064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Whit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B5714-1C67-5305-161F-BB8ABA64529E}"/>
              </a:ext>
            </a:extLst>
          </p:cNvPr>
          <p:cNvSpPr>
            <a:spLocks noGrp="1"/>
          </p:cNvSpPr>
          <p:nvPr>
            <p:ph type="dt" sz="half" idx="11"/>
          </p:nvPr>
        </p:nvSpPr>
        <p:spPr/>
        <p:txBody>
          <a:bodyPr/>
          <a:lstStyle/>
          <a:p>
            <a:fld id="{6DDC931E-8CBE-4A3F-A034-9B6122C6DCDB}" type="datetime3">
              <a:rPr lang="en-US" smtClean="0"/>
              <a:t>18 June 2026</a:t>
            </a:fld>
            <a:endParaRPr lang="en-US"/>
          </a:p>
        </p:txBody>
      </p:sp>
      <p:sp>
        <p:nvSpPr>
          <p:cNvPr id="7" name="Slide Number Placeholder 6">
            <a:extLst>
              <a:ext uri="{FF2B5EF4-FFF2-40B4-BE49-F238E27FC236}">
                <a16:creationId xmlns:a16="http://schemas.microsoft.com/office/drawing/2014/main" id="{BC66A96F-567A-34EC-DC2C-66C406228A96}"/>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8" name="U.S. Army" descr="U.S. Army">
            <a:extLst>
              <a:ext uri="{FF2B5EF4-FFF2-40B4-BE49-F238E27FC236}">
                <a16:creationId xmlns:a16="http://schemas.microsoft.com/office/drawing/2014/main" id="{C4525471-71C4-E84C-06B5-CF4BA10994C2}"/>
              </a:ext>
            </a:extLst>
          </p:cNvPr>
          <p:cNvPicPr>
            <a:picLocks noChangeAspect="1"/>
          </p:cNvPicPr>
          <p:nvPr userDrawn="1"/>
        </p:nvPicPr>
        <p:blipFill>
          <a:blip r:embed="rId2"/>
          <a:stretch>
            <a:fillRect/>
          </a:stretch>
        </p:blipFill>
        <p:spPr bwMode="black">
          <a:xfrm>
            <a:off x="180891" y="104975"/>
            <a:ext cx="3246120" cy="1225808"/>
          </a:xfrm>
          <a:prstGeom prst="rect">
            <a:avLst/>
          </a:prstGeom>
          <a:noFill/>
        </p:spPr>
      </p:pic>
      <p:sp>
        <p:nvSpPr>
          <p:cNvPr id="9" name="Text Placeholder 30">
            <a:extLst>
              <a:ext uri="{FF2B5EF4-FFF2-40B4-BE49-F238E27FC236}">
                <a16:creationId xmlns:a16="http://schemas.microsoft.com/office/drawing/2014/main" id="{00EB67EC-5954-991C-39BB-6509621390EB}"/>
              </a:ext>
            </a:extLst>
          </p:cNvPr>
          <p:cNvSpPr>
            <a:spLocks noGrp="1"/>
          </p:cNvSpPr>
          <p:nvPr>
            <p:ph type="body" sz="quarter" idx="39" hasCustomPrompt="1"/>
          </p:nvPr>
        </p:nvSpPr>
        <p:spPr>
          <a:xfrm>
            <a:off x="547688" y="5133531"/>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3" name="Text Placeholder 30">
            <a:extLst>
              <a:ext uri="{FF2B5EF4-FFF2-40B4-BE49-F238E27FC236}">
                <a16:creationId xmlns:a16="http://schemas.microsoft.com/office/drawing/2014/main" id="{E6059881-3615-6A80-014A-12F5EBBBE25A}"/>
              </a:ext>
            </a:extLst>
          </p:cNvPr>
          <p:cNvSpPr>
            <a:spLocks noGrp="1"/>
          </p:cNvSpPr>
          <p:nvPr>
            <p:ph type="body" sz="quarter" idx="40" hasCustomPrompt="1"/>
          </p:nvPr>
        </p:nvSpPr>
        <p:spPr>
          <a:xfrm>
            <a:off x="547688" y="4952739"/>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4" name="Text Placeholder 30">
            <a:extLst>
              <a:ext uri="{FF2B5EF4-FFF2-40B4-BE49-F238E27FC236}">
                <a16:creationId xmlns:a16="http://schemas.microsoft.com/office/drawing/2014/main" id="{E2D99AAA-01B9-ED71-F90F-711F200233EB}"/>
              </a:ext>
            </a:extLst>
          </p:cNvPr>
          <p:cNvSpPr>
            <a:spLocks noGrp="1"/>
          </p:cNvSpPr>
          <p:nvPr>
            <p:ph type="body" sz="quarter" idx="41" hasCustomPrompt="1"/>
          </p:nvPr>
        </p:nvSpPr>
        <p:spPr>
          <a:xfrm>
            <a:off x="547688" y="5314323"/>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6" name="Text Placeholder 30">
            <a:extLst>
              <a:ext uri="{FF2B5EF4-FFF2-40B4-BE49-F238E27FC236}">
                <a16:creationId xmlns:a16="http://schemas.microsoft.com/office/drawing/2014/main" id="{AA78AC6A-4B5E-2F9D-94D1-897336CBC5FD}"/>
              </a:ext>
            </a:extLst>
          </p:cNvPr>
          <p:cNvSpPr>
            <a:spLocks noGrp="1"/>
          </p:cNvSpPr>
          <p:nvPr>
            <p:ph type="body" sz="quarter" idx="42" hasCustomPrompt="1"/>
          </p:nvPr>
        </p:nvSpPr>
        <p:spPr>
          <a:xfrm>
            <a:off x="547688" y="5495115"/>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7" name="Text Placeholder 30">
            <a:extLst>
              <a:ext uri="{FF2B5EF4-FFF2-40B4-BE49-F238E27FC236}">
                <a16:creationId xmlns:a16="http://schemas.microsoft.com/office/drawing/2014/main" id="{E909E494-A135-FCDC-B270-D6B7047A3B14}"/>
              </a:ext>
            </a:extLst>
          </p:cNvPr>
          <p:cNvSpPr>
            <a:spLocks noGrp="1"/>
          </p:cNvSpPr>
          <p:nvPr>
            <p:ph type="body" sz="quarter" idx="43" hasCustomPrompt="1"/>
          </p:nvPr>
        </p:nvSpPr>
        <p:spPr>
          <a:xfrm>
            <a:off x="547688" y="5675907"/>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8" name="Text Placeholder 30">
            <a:extLst>
              <a:ext uri="{FF2B5EF4-FFF2-40B4-BE49-F238E27FC236}">
                <a16:creationId xmlns:a16="http://schemas.microsoft.com/office/drawing/2014/main" id="{99D08674-52BB-F86B-32DC-93D0F45597F7}"/>
              </a:ext>
            </a:extLst>
          </p:cNvPr>
          <p:cNvSpPr>
            <a:spLocks noGrp="1"/>
          </p:cNvSpPr>
          <p:nvPr>
            <p:ph type="body" sz="quarter" idx="44"/>
          </p:nvPr>
        </p:nvSpPr>
        <p:spPr>
          <a:xfrm>
            <a:off x="1981201" y="5133531"/>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75B8A948-14E8-9F98-4694-85A4D577B42A}"/>
              </a:ext>
            </a:extLst>
          </p:cNvPr>
          <p:cNvSpPr>
            <a:spLocks noGrp="1"/>
          </p:cNvSpPr>
          <p:nvPr>
            <p:ph type="body" sz="quarter" idx="45"/>
          </p:nvPr>
        </p:nvSpPr>
        <p:spPr>
          <a:xfrm>
            <a:off x="1981201" y="4952739"/>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0" name="Text Placeholder 30">
            <a:extLst>
              <a:ext uri="{FF2B5EF4-FFF2-40B4-BE49-F238E27FC236}">
                <a16:creationId xmlns:a16="http://schemas.microsoft.com/office/drawing/2014/main" id="{8594BC0E-E83A-A7AB-AD3C-A280B5A706D3}"/>
              </a:ext>
            </a:extLst>
          </p:cNvPr>
          <p:cNvSpPr>
            <a:spLocks noGrp="1"/>
          </p:cNvSpPr>
          <p:nvPr>
            <p:ph type="body" sz="quarter" idx="46"/>
          </p:nvPr>
        </p:nvSpPr>
        <p:spPr>
          <a:xfrm>
            <a:off x="1981201" y="5314323"/>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1" name="Text Placeholder 30">
            <a:extLst>
              <a:ext uri="{FF2B5EF4-FFF2-40B4-BE49-F238E27FC236}">
                <a16:creationId xmlns:a16="http://schemas.microsoft.com/office/drawing/2014/main" id="{45C25EBB-0808-3B97-D5EC-84FE1867AB1B}"/>
              </a:ext>
            </a:extLst>
          </p:cNvPr>
          <p:cNvSpPr>
            <a:spLocks noGrp="1"/>
          </p:cNvSpPr>
          <p:nvPr>
            <p:ph type="body" sz="quarter" idx="47"/>
          </p:nvPr>
        </p:nvSpPr>
        <p:spPr>
          <a:xfrm>
            <a:off x="1981201" y="5495115"/>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31" name="Text Placeholder 30">
            <a:extLst>
              <a:ext uri="{FF2B5EF4-FFF2-40B4-BE49-F238E27FC236}">
                <a16:creationId xmlns:a16="http://schemas.microsoft.com/office/drawing/2014/main" id="{1EEF3E66-AAEE-1C6B-9049-032018F0EF1A}"/>
              </a:ext>
            </a:extLst>
          </p:cNvPr>
          <p:cNvSpPr>
            <a:spLocks noGrp="1"/>
          </p:cNvSpPr>
          <p:nvPr>
            <p:ph type="body" sz="quarter" idx="48"/>
          </p:nvPr>
        </p:nvSpPr>
        <p:spPr>
          <a:xfrm>
            <a:off x="1981201" y="5675907"/>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grpSp>
        <p:nvGrpSpPr>
          <p:cNvPr id="48" name="Group">
            <a:extLst>
              <a:ext uri="{FF2B5EF4-FFF2-40B4-BE49-F238E27FC236}">
                <a16:creationId xmlns:a16="http://schemas.microsoft.com/office/drawing/2014/main" id="{1D6D8113-2B65-BAC0-DBC2-601012CF0173}"/>
              </a:ext>
              <a:ext uri="{C183D7F6-B498-43B3-948B-1728B52AA6E4}">
                <adec:decorative xmlns:adec="http://schemas.microsoft.com/office/drawing/2017/decorative" val="1"/>
              </a:ext>
            </a:extLst>
          </p:cNvPr>
          <p:cNvGrpSpPr/>
          <p:nvPr userDrawn="1"/>
        </p:nvGrpSpPr>
        <p:grpSpPr>
          <a:xfrm>
            <a:off x="548219" y="1974220"/>
            <a:ext cx="7173383" cy="2377440"/>
            <a:chOff x="411163" y="2240280"/>
            <a:chExt cx="6446837" cy="2377440"/>
          </a:xfrm>
        </p:grpSpPr>
        <p:sp>
          <p:nvSpPr>
            <p:cNvPr id="49" name="Rectangle">
              <a:extLst>
                <a:ext uri="{FF2B5EF4-FFF2-40B4-BE49-F238E27FC236}">
                  <a16:creationId xmlns:a16="http://schemas.microsoft.com/office/drawing/2014/main" id="{7528BC0B-D239-46B3-8ED2-9B82FDC07FCC}"/>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221F20"/>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50" name="Line">
              <a:extLst>
                <a:ext uri="{FF2B5EF4-FFF2-40B4-BE49-F238E27FC236}">
                  <a16:creationId xmlns:a16="http://schemas.microsoft.com/office/drawing/2014/main" id="{435BD1FC-4390-71A4-34EE-951EFF0886B1}"/>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cxnSp>
          <p:nvCxnSpPr>
            <p:cNvPr id="51" name="Line">
              <a:extLst>
                <a:ext uri="{FF2B5EF4-FFF2-40B4-BE49-F238E27FC236}">
                  <a16:creationId xmlns:a16="http://schemas.microsoft.com/office/drawing/2014/main" id="{F4A81146-41CE-E3FA-3A50-29CA5D91DB4F}"/>
                </a:ext>
                <a:ext uri="{C183D7F6-B498-43B3-948B-1728B52AA6E4}">
                  <adec:decorative xmlns:adec="http://schemas.microsoft.com/office/drawing/2017/decorative" val="1"/>
                </a:ext>
              </a:extLst>
            </p:cNvPr>
            <p:cNvCxnSpPr>
              <a:cxnSpLocks/>
            </p:cNvCxnSpPr>
            <p:nvPr userDrawn="1"/>
          </p:nvCxnSpPr>
          <p:spPr>
            <a:xfrm>
              <a:off x="4272796" y="3931920"/>
              <a:ext cx="0" cy="68580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grpSp>
      <p:sp>
        <p:nvSpPr>
          <p:cNvPr id="52" name="Title 1">
            <a:extLst>
              <a:ext uri="{FF2B5EF4-FFF2-40B4-BE49-F238E27FC236}">
                <a16:creationId xmlns:a16="http://schemas.microsoft.com/office/drawing/2014/main" id="{34261743-5C6B-193D-74C7-FC918BD33CB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53" name="Subtitle 2">
            <a:extLst>
              <a:ext uri="{FF2B5EF4-FFF2-40B4-BE49-F238E27FC236}">
                <a16:creationId xmlns:a16="http://schemas.microsoft.com/office/drawing/2014/main" id="{09DA0322-2B5C-8F10-EE8B-1FE75C5A5BFA}"/>
              </a:ext>
            </a:extLst>
          </p:cNvPr>
          <p:cNvSpPr>
            <a:spLocks noGrp="1"/>
          </p:cNvSpPr>
          <p:nvPr>
            <p:ph type="subTitle" idx="1" hasCustomPrompt="1"/>
          </p:nvPr>
        </p:nvSpPr>
        <p:spPr>
          <a:xfrm>
            <a:off x="914400" y="3784732"/>
            <a:ext cx="3565525"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54" name="Text Placeholder 3">
            <a:extLst>
              <a:ext uri="{FF2B5EF4-FFF2-40B4-BE49-F238E27FC236}">
                <a16:creationId xmlns:a16="http://schemas.microsoft.com/office/drawing/2014/main" id="{76359DCF-E748-9D74-A7A5-1B8C52B3E366}"/>
              </a:ext>
            </a:extLst>
          </p:cNvPr>
          <p:cNvSpPr>
            <a:spLocks noGrp="1"/>
          </p:cNvSpPr>
          <p:nvPr>
            <p:ph type="body" sz="quarter" idx="10" hasCustomPrompt="1"/>
          </p:nvPr>
        </p:nvSpPr>
        <p:spPr>
          <a:xfrm>
            <a:off x="5212080"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Tree>
    <p:extLst>
      <p:ext uri="{BB962C8B-B14F-4D97-AF65-F5344CB8AC3E}">
        <p14:creationId xmlns:p14="http://schemas.microsoft.com/office/powerpoint/2010/main" val="399979806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p>
            <a:fld id="{D41656AB-D2E1-472E-8B95-0DF5C6E1D623}" type="datetime3">
              <a:rPr lang="en-US" smtClean="0"/>
              <a:t>18 June 2026</a:t>
            </a:fld>
            <a:endParaRPr lang="en-US"/>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fld id="{64E5BE4B-2FBF-4174-9E62-85FAD1CB43A6}" type="slidenum">
              <a:rPr lang="en-US" smtClean="0"/>
              <a:pPr/>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userDrawn="1"/>
        </p:nvPicPr>
        <p:blipFill>
          <a:blip r:embed="rId3"/>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userDrawn="1"/>
        </p:nvGrpSpPr>
        <p:grpSpPr>
          <a:xfrm>
            <a:off x="548219"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2" y="3784732"/>
            <a:ext cx="3565524"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80"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userDrawn="1"/>
        </p:nvPicPr>
        <p:blipFill>
          <a:blip r:embed="rId4"/>
          <a:srcRect/>
          <a:stretch/>
        </p:blipFill>
        <p:spPr>
          <a:xfrm>
            <a:off x="10004616" y="411163"/>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148010295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3" name="Content Placeholder 2"/>
          <p:cNvSpPr>
            <a:spLocks noGrp="1"/>
          </p:cNvSpPr>
          <p:nvPr>
            <p:ph idx="1"/>
          </p:nvPr>
        </p:nvSpPr>
        <p:spPr>
          <a:xfrm>
            <a:off x="548640" y="1600199"/>
            <a:ext cx="11024925" cy="45720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548640" y="6629400"/>
            <a:ext cx="822960" cy="228600"/>
          </a:xfrm>
        </p:spPr>
        <p:txBody>
          <a:bodyPr lIns="0"/>
          <a:lstStyle/>
          <a:p>
            <a:fld id="{AD622D1A-DF83-41A8-85FF-04D90BF831D3}" type="datetime3">
              <a:rPr lang="en-US" smtClean="0"/>
              <a:t>18 June 2026</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11245104" y="6629400"/>
            <a:ext cx="399211" cy="228600"/>
          </a:xfrm>
        </p:spPr>
        <p:txBody>
          <a:bodyPr rIns="0"/>
          <a:lstStyle/>
          <a:p>
            <a:fld id="{64E5BE4B-2FBF-4174-9E62-85FAD1CB43A6}" type="slidenum">
              <a:rPr lang="en-US" smtClean="0"/>
              <a:pPr/>
              <a:t>‹#›</a:t>
            </a:fld>
            <a:endParaRPr lang="en-US"/>
          </a:p>
        </p:txBody>
      </p:sp>
    </p:spTree>
    <p:extLst>
      <p:ext uri="{BB962C8B-B14F-4D97-AF65-F5344CB8AC3E}">
        <p14:creationId xmlns:p14="http://schemas.microsoft.com/office/powerpoint/2010/main" val="2590514766"/>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fld id="{334F72C3-CDF3-44A8-B602-1649B1728485}" type="datetime3">
              <a:rPr lang="en-US" smtClean="0"/>
              <a:t>18 June 2026</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0970370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fld id="{1E0132BA-B5E7-4FFD-AF6C-169169D47D4A}" type="datetime3">
              <a:rPr lang="en-US" smtClean="0"/>
              <a:t>18 June 2026</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19752217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4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fld id="{81A30091-1C2A-4151-8D3C-D1E47A72615F}" type="datetime3">
              <a:rPr lang="en-US" smtClean="0"/>
              <a:t>18 June 2026</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7003923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9"/>
          </a:xfrm>
          <a:prstGeom prst="rect">
            <a:avLst/>
          </a:prstGeo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a:prstGeom prst="rect">
            <a:avLst/>
          </a:prstGeo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a:prstGeom prst="rect">
            <a:avLst/>
          </a:prstGeo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a:prstGeom prst="rect">
            <a:avLst/>
          </a:prstGeo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fld id="{35D703CE-07B4-4C05-A488-B4566700621F}" type="datetime3">
              <a:rPr lang="en-US" smtClean="0"/>
              <a:t>18 June 2026</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51620728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4 Numbers">
    <p:bg>
      <p:bgPr>
        <a:solidFill>
          <a:srgbClr val="221F2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3886200"/>
          </a:xfrm>
          <a:prstGeom prst="rect">
            <a:avLst/>
          </a:prstGeom>
        </p:spPr>
        <p:txBody>
          <a:bodyPr/>
          <a:lstStyle>
            <a:lvl1pPr marL="0" indent="0">
              <a:spcBef>
                <a:spcPts val="1000"/>
              </a:spcBef>
              <a:buFontTx/>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3886200"/>
          </a:xfrm>
          <a:prstGeom prst="rect">
            <a:avLst/>
          </a:prstGeo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a:prstGeom prst="rect">
            <a:avLst/>
          </a:prstGeo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a:prstGeom prst="rect">
            <a:avLst/>
          </a:prstGeo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fld id="{694BD61C-20BA-43AF-A21F-1DAFB3200099}" type="datetime3">
              <a:rPr lang="en-US" smtClean="0"/>
              <a:t>18 June 2026</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6718187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3886200"/>
          </a:xfrm>
          <a:prstGeom prst="rect">
            <a:avLst/>
          </a:prstGeom>
        </p:spPr>
        <p:txBody>
          <a:bodyPr/>
          <a:lstStyle>
            <a:lvl1pPr marL="0" indent="0">
              <a:spcBef>
                <a:spcPts val="1000"/>
              </a:spcBef>
              <a:buFontTx/>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388620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fld id="{A7B8021B-6105-4216-96FC-94348F216D0E}" type="datetime3">
              <a:rPr lang="en-US" smtClean="0"/>
              <a:t>18 June 2026</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67051908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8 Numbers">
    <p:bg>
      <p:bgPr>
        <a:solidFill>
          <a:srgbClr val="221F20"/>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fld id="{5D27CFAB-73E6-44A8-B862-B3306344E3F2}" type="datetime3">
              <a:rPr lang="en-US" smtClean="0"/>
              <a:t>18 June 2026</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fld id="{64E5BE4B-2FBF-4174-9E62-85FAD1CB43A6}" type="slidenum">
              <a:rPr lang="en-US" smtClean="0"/>
              <a:pPr/>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7E419FAE-92B3-3B6A-EDE9-C7A373F39B65}"/>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8049893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fld id="{A9B2E784-A5F5-4301-881B-94AC8DBF9DED}" type="datetime3">
              <a:rPr lang="en-US" smtClean="0"/>
              <a:t>18 June 2026</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3786372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fld id="{18EAB3A5-9E92-4BB9-8F22-9632B4FBEDBA}" type="datetime3">
              <a:rPr lang="en-US" smtClean="0"/>
              <a:t>18 June 2026</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411673360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fld id="{40923810-5FB2-48C9-96CA-1DE2C4773142}" type="datetime3">
              <a:rPr lang="en-US" smtClean="0"/>
              <a:t>18 June 2026</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fld id="{64E5BE4B-2FBF-4174-9E62-85FAD1CB43A6}" type="slidenum">
              <a:rPr lang="en-US" smtClean="0"/>
              <a:pPr/>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8" y="1076325"/>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192891400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fld id="{E50EFF4B-86EB-42FB-93EA-7D8F9CB2466F}" type="datetime3">
              <a:rPr lang="en-US" smtClean="0"/>
              <a:t>18 June 2026</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46864731"/>
      </p:ext>
    </p:extLst>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fld id="{FB14FC24-E041-45E9-9A72-E5755A86890F}" type="datetime3">
              <a:rPr lang="en-US" smtClean="0"/>
              <a:t>18 June 2026</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429125097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fld id="{98A19125-94A7-4474-858C-FD9C4ABE9DDA}" type="datetime3">
              <a:rPr lang="en-US" smtClean="0"/>
              <a:t>18 June 2026</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88822484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2"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41"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2"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6"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6"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6"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2"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2"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2"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2"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2"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2"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fld id="{3BA0343D-C8D8-43CE-BB79-50DEA219DB07}" type="datetime3">
              <a:rPr lang="en-US" smtClean="0"/>
              <a:t>18 June 2026</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6048599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a:prstGeom prst="rect">
            <a:avLst/>
          </a:prstGeo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fld id="{453BD212-0B9F-4987-965F-AC83B2FC354F}" type="datetime3">
              <a:rPr lang="en-US" smtClean="0"/>
              <a:t>18 June 2026</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baseline="0" dirty="0">
                <a:solidFill>
                  <a:srgbClr val="2DAA27"/>
                </a:solidFill>
                <a:latin typeface="+mn-lt"/>
                <a:cs typeface="Arial Bold" panose="020B0704020202020204" pitchFamily="34" charset="0"/>
              </a:rPr>
              <a:t>UNCLASSIFIED/GENERAL</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3113111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 Image">
    <p:bg>
      <p:bgPr>
        <a:solidFill>
          <a:schemeClr val="tx1"/>
        </a:solidFill>
        <a:effectLst/>
      </p:bgPr>
    </p:bg>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prstGeom prst="rect">
            <a:avLst/>
          </a:prstGeom>
          <a:solidFill>
            <a:srgbClr val="565557"/>
          </a:solidFill>
        </p:spPr>
        <p:txBody>
          <a:bodyPr anchor="ctr" anchorCtr="0"/>
          <a:lstStyle>
            <a:lvl1pPr marL="0" indent="0" algn="ctr">
              <a:buFontTx/>
              <a:buNone/>
              <a:defRPr sz="1000">
                <a:solidFill>
                  <a:srgbClr val="FFFFFF"/>
                </a:solidFill>
              </a:defRPr>
            </a:lvl1pPr>
          </a:lstStyle>
          <a:p>
            <a:r>
              <a:rPr lang="en-US" dirty="0"/>
              <a:t>Click icon to add picture</a:t>
            </a:r>
          </a:p>
        </p:txBody>
      </p:sp>
      <p:sp>
        <p:nvSpPr>
          <p:cNvPr id="2" name="Title 2"/>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a:prstGeom prst="rect">
            <a:avLst/>
          </a:prstGeo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fld id="{220AF9C2-5E8A-4308-AE6B-CA9B65007D0E}" type="datetime3">
              <a:rPr lang="en-US" smtClean="0"/>
              <a:t>18 June 2026</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fld id="{64E5BE4B-2FBF-4174-9E62-85FAD1CB43A6}" type="slidenum">
              <a:rPr lang="en-US" smtClean="0"/>
              <a:pPr/>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0758795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 White 01">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a:prstGeom prst="rect">
            <a:avLst/>
          </a:prstGeo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fld id="{FF31E861-D2AF-431D-860B-DCF67C218052}" type="datetime3">
              <a:rPr lang="en-US" smtClean="0"/>
              <a:t>18 June 2026</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1309816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Header - White 0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0"/>
            <a:ext cx="5365327" cy="914400"/>
          </a:xfrm>
        </p:spPr>
        <p:txBody>
          <a:bodyPr anchor="t" anchorCtr="0"/>
          <a:lstStyle>
            <a:lvl1pPr>
              <a:lnSpc>
                <a:spcPct val="90000"/>
              </a:lnSpc>
              <a:defRPr sz="24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a:prstGeom prst="rect">
            <a:avLst/>
          </a:prstGeom>
        </p:spPr>
        <p:txBody>
          <a:bodyPr/>
          <a:lstStyle>
            <a:lvl1pPr marL="0" indent="0">
              <a:lnSpc>
                <a:spcPct val="90000"/>
              </a:lnSpc>
              <a:spcBef>
                <a:spcPts val="0"/>
              </a:spcBef>
              <a:buFontTx/>
              <a:buNone/>
              <a:defRPr sz="36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fld id="{D1DA25B2-AAF1-4C1F-AA38-12D5BFA7D4C8}" type="datetime3">
              <a:rPr lang="en-US" smtClean="0"/>
              <a:t>18 June 2026</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5446203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on Header - Half Image">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a:prstGeom prst="rect">
            <a:avLst/>
          </a:prstGeo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p>
            <a:fld id="{A25C0F39-45D0-48E9-90B3-7FE8FCE561C8}" type="datetime3">
              <a:rPr lang="en-US" smtClean="0"/>
              <a:t>18 June 2026</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8" y="1076325"/>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5" name="Picture 4">
            <a:extLst>
              <a:ext uri="{FF2B5EF4-FFF2-40B4-BE49-F238E27FC236}">
                <a16:creationId xmlns:a16="http://schemas.microsoft.com/office/drawing/2014/main" id="{010600B0-1249-F5D8-D1B7-CC4F0AD64E01}"/>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3604082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Header - Half Image -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a:prstGeom prst="rect">
            <a:avLst/>
          </a:prstGeo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Picture Placeholder 3">
            <a:extLst>
              <a:ext uri="{FF2B5EF4-FFF2-40B4-BE49-F238E27FC236}">
                <a16:creationId xmlns:a16="http://schemas.microsoft.com/office/drawing/2014/main" id="{99F1DF14-7FE6-F760-F31F-7EF2AD60D9CA}"/>
              </a:ext>
            </a:extLst>
          </p:cNvPr>
          <p:cNvSpPr>
            <a:spLocks noGrp="1"/>
          </p:cNvSpPr>
          <p:nvPr>
            <p:ph type="pic" sz="quarter" idx="10"/>
          </p:nvPr>
        </p:nvSpPr>
        <p:spPr>
          <a:xfrm>
            <a:off x="6278038" y="1076325"/>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3" name="Date Placeholder 2">
            <a:extLst>
              <a:ext uri="{FF2B5EF4-FFF2-40B4-BE49-F238E27FC236}">
                <a16:creationId xmlns:a16="http://schemas.microsoft.com/office/drawing/2014/main" id="{20223B66-3A13-0C9F-B944-AC25D742AF96}"/>
              </a:ext>
            </a:extLst>
          </p:cNvPr>
          <p:cNvSpPr>
            <a:spLocks noGrp="1"/>
          </p:cNvSpPr>
          <p:nvPr>
            <p:ph type="dt" sz="half" idx="12"/>
          </p:nvPr>
        </p:nvSpPr>
        <p:spPr/>
        <p:txBody>
          <a:bodyPr/>
          <a:lstStyle/>
          <a:p>
            <a:fld id="{9BAF1A3D-92FA-4F24-9781-74AFA516A230}" type="datetime3">
              <a:rPr lang="en-US" smtClean="0"/>
              <a:t>18 June 2026</a:t>
            </a:fld>
            <a:endParaRPr lang="en-US"/>
          </a:p>
        </p:txBody>
      </p:sp>
      <p:sp>
        <p:nvSpPr>
          <p:cNvPr id="4" name="Slide Number Placeholder 3">
            <a:extLst>
              <a:ext uri="{FF2B5EF4-FFF2-40B4-BE49-F238E27FC236}">
                <a16:creationId xmlns:a16="http://schemas.microsoft.com/office/drawing/2014/main" id="{131544B9-C835-CF1D-D28F-2122F278951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3835973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p:txBody>
          <a:bodyPr/>
          <a:lstStyle/>
          <a:p>
            <a:fld id="{5719C672-856D-4617-A693-8FE15749A9B7}" type="datetime3">
              <a:rPr lang="en-US" smtClean="0"/>
              <a:t>18 June 2026</a:t>
            </a:fld>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65967944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Only - Black">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p:txBody>
          <a:bodyPr/>
          <a:lstStyle/>
          <a:p>
            <a:fld id="{5F6C764D-A39E-4C03-B161-E0BC66E8883B}" type="datetime3">
              <a:rPr lang="en-US" smtClean="0"/>
              <a:t>18 June 2026</a:t>
            </a:fld>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pic>
        <p:nvPicPr>
          <p:cNvPr id="3" name="Picture 2">
            <a:extLst>
              <a:ext uri="{FF2B5EF4-FFF2-40B4-BE49-F238E27FC236}">
                <a16:creationId xmlns:a16="http://schemas.microsoft.com/office/drawing/2014/main" id="{444B3BC7-1721-F04F-32EA-9BA47104C8AA}"/>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415548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p:txBody>
          <a:bodyPr/>
          <a:lstStyle/>
          <a:p>
            <a:fld id="{6E3E33F9-20B7-4995-BE7D-165DBB597850}" type="datetime3">
              <a:rPr lang="en-US" smtClean="0"/>
              <a:t>18 June 2026</a:t>
            </a:fld>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800782998"/>
      </p:ext>
    </p:extLst>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lank - Black">
    <p:bg>
      <p:bgPr>
        <a:solidFill>
          <a:srgbClr val="221F20"/>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p:txBody>
          <a:bodyPr/>
          <a:lstStyle/>
          <a:p>
            <a:fld id="{CD41C263-3501-4369-A962-62B6BF915CDE}" type="datetime3">
              <a:rPr lang="en-US" smtClean="0"/>
              <a:t>18 June 2026</a:t>
            </a:fld>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1" name="Rectangle 15">
            <a:extLst>
              <a:ext uri="{FF2B5EF4-FFF2-40B4-BE49-F238E27FC236}">
                <a16:creationId xmlns:a16="http://schemas.microsoft.com/office/drawing/2014/main" id="{B76758EE-15B3-7721-5E75-E147C8870680}"/>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2" name="Rectangle 11">
            <a:extLst>
              <a:ext uri="{FF2B5EF4-FFF2-40B4-BE49-F238E27FC236}">
                <a16:creationId xmlns:a16="http://schemas.microsoft.com/office/drawing/2014/main" id="{7CC5DC3A-1F9F-1C52-8FA1-007E776E4AAA}"/>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69D1ED16-EB0F-ACBF-80D9-A9A76A8D7524}"/>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606150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rgbClr val="221F20"/>
        </a:solidFill>
        <a:effectLst/>
      </p:bgPr>
    </p:bg>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userDrawn="1"/>
        </p:nvSpPr>
        <p:spPr>
          <a:xfrm>
            <a:off x="548216" y="2148840"/>
            <a:ext cx="11094720" cy="13716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48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548219" y="4819415"/>
            <a:ext cx="5365749" cy="1371599"/>
          </a:xfrm>
          <a:prstGeom prst="rect">
            <a:avLst/>
          </a:prstGeom>
        </p:spPr>
        <p:txBody>
          <a:bodyPr anchor="b" anchorCtr="0"/>
          <a:lstStyle>
            <a:lvl1pPr marL="0" indent="0">
              <a:spcBef>
                <a:spcPts val="0"/>
              </a:spcBef>
              <a:buFontTx/>
              <a:buNone/>
              <a:defRPr sz="1200"/>
            </a:lvl1pPr>
            <a:lvl2pPr marL="0" indent="0">
              <a:spcBef>
                <a:spcPts val="0"/>
              </a:spcBef>
              <a:buFontTx/>
              <a:buNone/>
              <a:defRPr sz="1200"/>
            </a:lvl2pPr>
            <a:lvl3pPr marL="0" indent="0">
              <a:spcBef>
                <a:spcPts val="0"/>
              </a:spcBef>
              <a:buFontTx/>
              <a:buNone/>
              <a:defRPr sz="1200"/>
            </a:lvl3pPr>
            <a:lvl4pPr marL="0" indent="0">
              <a:spcBef>
                <a:spcPts val="0"/>
              </a:spcBef>
              <a:buFontTx/>
              <a:buNone/>
              <a:defRPr sz="1200"/>
            </a:lvl4pPr>
            <a:lvl5pPr marL="0" indent="0">
              <a:spcBef>
                <a:spcPts val="0"/>
              </a:spcBef>
              <a:buFontTx/>
              <a:buNone/>
              <a:defRPr sz="1200"/>
            </a:lvl5pPr>
            <a:lvl6pPr marL="0" indent="0">
              <a:spcBef>
                <a:spcPts val="0"/>
              </a:spcBef>
              <a:buFontTx/>
              <a:buNone/>
              <a:defRPr sz="1200"/>
            </a:lvl6pPr>
            <a:lvl7pPr marL="0" indent="0">
              <a:spcBef>
                <a:spcPts val="0"/>
              </a:spcBef>
              <a:buFontTx/>
              <a:buNone/>
              <a:defRPr sz="1200"/>
            </a:lvl7pPr>
            <a:lvl8pPr marL="0" indent="0">
              <a:spcBef>
                <a:spcPts val="0"/>
              </a:spcBef>
              <a:buFontTx/>
              <a:buNone/>
              <a:defRPr sz="1200"/>
            </a:lvl8pPr>
            <a:lvl9pPr marL="0" indent="0">
              <a:spcBef>
                <a:spcPts val="0"/>
              </a:spcBef>
              <a:buFontTx/>
              <a:buNone/>
              <a:defRPr sz="12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p:txBody>
          <a:bodyPr/>
          <a:lstStyle/>
          <a:p>
            <a:fld id="{B06F3EBE-B2E8-4992-9F00-9E4B44F057C0}" type="datetime3">
              <a:rPr lang="en-US" smtClean="0"/>
              <a:t>18 June 2026</a:t>
            </a:fld>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728499661"/>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rgbClr val="221F20"/>
        </a:solidFill>
        <a:effectLst/>
      </p:bgPr>
    </p:bg>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userDrawn="1"/>
        </p:nvPicPr>
        <p:blipFill>
          <a:blip r:embed="rId2"/>
          <a:stretch>
            <a:fillRect/>
          </a:stretch>
        </p:blipFill>
        <p:spPr bwMode="black">
          <a:xfrm>
            <a:off x="2827020" y="2194560"/>
            <a:ext cx="6537960" cy="2468880"/>
          </a:xfrm>
          <a:prstGeom prst="rect">
            <a:avLst/>
          </a:prstGeom>
        </p:spPr>
      </p:pic>
    </p:spTree>
    <p:extLst>
      <p:ext uri="{BB962C8B-B14F-4D97-AF65-F5344CB8AC3E}">
        <p14:creationId xmlns:p14="http://schemas.microsoft.com/office/powerpoint/2010/main" val="1258681489"/>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reserve="1">
  <p:cSld name="1_Title Slid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1524000" y="3602037"/>
            <a:ext cx="9144000"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1800"/>
              <a:buNone/>
              <a:defRPr sz="2400"/>
            </a:lvl1pPr>
            <a:lvl2pPr lvl="1" algn="ctr">
              <a:lnSpc>
                <a:spcPct val="90000"/>
              </a:lnSpc>
              <a:spcBef>
                <a:spcPts val="500"/>
              </a:spcBef>
              <a:spcAft>
                <a:spcPts val="0"/>
              </a:spcAft>
              <a:buClr>
                <a:schemeClr val="dk1"/>
              </a:buClr>
              <a:buSzPts val="1500"/>
              <a:buNone/>
              <a:defRPr sz="2000"/>
            </a:lvl2pPr>
            <a:lvl3pPr lvl="2" algn="ctr">
              <a:lnSpc>
                <a:spcPct val="90000"/>
              </a:lnSpc>
              <a:spcBef>
                <a:spcPts val="500"/>
              </a:spcBef>
              <a:spcAft>
                <a:spcPts val="0"/>
              </a:spcAft>
              <a:buClr>
                <a:schemeClr val="dk1"/>
              </a:buClr>
              <a:buSzPts val="1350"/>
              <a:buNone/>
              <a:defRPr sz="1800"/>
            </a:lvl3pPr>
            <a:lvl4pPr lvl="3" algn="ctr">
              <a:lnSpc>
                <a:spcPct val="90000"/>
              </a:lnSpc>
              <a:spcBef>
                <a:spcPts val="500"/>
              </a:spcBef>
              <a:spcAft>
                <a:spcPts val="0"/>
              </a:spcAft>
              <a:buClr>
                <a:schemeClr val="dk1"/>
              </a:buClr>
              <a:buSzPts val="1200"/>
              <a:buNone/>
              <a:defRPr sz="1600"/>
            </a:lvl4pPr>
            <a:lvl5pPr lvl="4" algn="ctr">
              <a:lnSpc>
                <a:spcPct val="90000"/>
              </a:lnSpc>
              <a:spcBef>
                <a:spcPts val="500"/>
              </a:spcBef>
              <a:spcAft>
                <a:spcPts val="0"/>
              </a:spcAft>
              <a:buClr>
                <a:schemeClr val="dk1"/>
              </a:buClr>
              <a:buSzPts val="1200"/>
              <a:buNone/>
              <a:defRPr sz="1600"/>
            </a:lvl5pPr>
            <a:lvl6pPr lvl="5" algn="ctr">
              <a:lnSpc>
                <a:spcPct val="90000"/>
              </a:lnSpc>
              <a:spcBef>
                <a:spcPts val="500"/>
              </a:spcBef>
              <a:spcAft>
                <a:spcPts val="0"/>
              </a:spcAft>
              <a:buClr>
                <a:schemeClr val="dk1"/>
              </a:buClr>
              <a:buSzPts val="1200"/>
              <a:buNone/>
              <a:defRPr sz="1600"/>
            </a:lvl6pPr>
            <a:lvl7pPr lvl="6" algn="ctr">
              <a:lnSpc>
                <a:spcPct val="90000"/>
              </a:lnSpc>
              <a:spcBef>
                <a:spcPts val="500"/>
              </a:spcBef>
              <a:spcAft>
                <a:spcPts val="0"/>
              </a:spcAft>
              <a:buClr>
                <a:schemeClr val="dk1"/>
              </a:buClr>
              <a:buSzPts val="1200"/>
              <a:buNone/>
              <a:defRPr sz="1600"/>
            </a:lvl7pPr>
            <a:lvl8pPr lvl="7" algn="ctr">
              <a:lnSpc>
                <a:spcPct val="90000"/>
              </a:lnSpc>
              <a:spcBef>
                <a:spcPts val="500"/>
              </a:spcBef>
              <a:spcAft>
                <a:spcPts val="0"/>
              </a:spcAft>
              <a:buClr>
                <a:schemeClr val="dk1"/>
              </a:buClr>
              <a:buSzPts val="1200"/>
              <a:buNone/>
              <a:defRPr sz="1600"/>
            </a:lvl8pPr>
            <a:lvl9pPr lvl="8" algn="ctr">
              <a:lnSpc>
                <a:spcPct val="90000"/>
              </a:lnSpc>
              <a:spcBef>
                <a:spcPts val="500"/>
              </a:spcBef>
              <a:spcAft>
                <a:spcPts val="0"/>
              </a:spcAft>
              <a:buClr>
                <a:schemeClr val="dk1"/>
              </a:buClr>
              <a:buSzPts val="1200"/>
              <a:buNone/>
              <a:defRPr sz="1600"/>
            </a:lvl9pPr>
          </a:lstStyle>
          <a:p>
            <a:endParaRPr/>
          </a:p>
        </p:txBody>
      </p:sp>
      <p:sp>
        <p:nvSpPr>
          <p:cNvPr id="59" name="Google Shape;59;p14"/>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104210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reserve="1">
  <p:cSld name="1_Title Only">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721689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type="twoColTx" preserve="1">
  <p:cSld name="Title and two columns">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415633" y="667900"/>
            <a:ext cx="11360800" cy="831600"/>
          </a:xfrm>
          <a:prstGeom prst="rect">
            <a:avLst/>
          </a:prstGeom>
          <a:noFill/>
          <a:ln>
            <a:noFill/>
          </a:ln>
        </p:spPr>
        <p:txBody>
          <a:bodyPr spcFirstLastPara="1" wrap="square" lIns="91425" tIns="91425" rIns="91425" bIns="91425" anchor="t" anchorCtr="0">
            <a:normAutofit/>
          </a:bodyPr>
          <a:lstStyle>
            <a:lvl1pPr lvl="0" algn="l">
              <a:lnSpc>
                <a:spcPct val="90000"/>
              </a:lnSpc>
              <a:spcBef>
                <a:spcPts val="0"/>
              </a:spcBef>
              <a:spcAft>
                <a:spcPts val="0"/>
              </a:spcAft>
              <a:buClr>
                <a:schemeClr val="lt1"/>
              </a:buClr>
              <a:buSzPts val="2800"/>
              <a:buFont typeface="Play"/>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69" name="Google Shape;69;p16"/>
          <p:cNvSpPr txBox="1">
            <a:spLocks noGrp="1"/>
          </p:cNvSpPr>
          <p:nvPr>
            <p:ph type="body" idx="1"/>
          </p:nvPr>
        </p:nvSpPr>
        <p:spPr>
          <a:xfrm>
            <a:off x="415600" y="2007600"/>
            <a:ext cx="5333200" cy="4101600"/>
          </a:xfrm>
          <a:prstGeom prst="rect">
            <a:avLst/>
          </a:prstGeom>
          <a:noFill/>
          <a:ln>
            <a:noFill/>
          </a:ln>
        </p:spPr>
        <p:txBody>
          <a:bodyPr spcFirstLastPara="1" wrap="square" lIns="91425" tIns="91425" rIns="91425" bIns="91425" anchor="t" anchorCtr="0">
            <a:normAutofit/>
          </a:bodyPr>
          <a:lstStyle>
            <a:lvl1pPr marL="609585" lvl="0" indent="-414856" algn="l">
              <a:lnSpc>
                <a:spcPct val="90000"/>
              </a:lnSpc>
              <a:spcBef>
                <a:spcPts val="0"/>
              </a:spcBef>
              <a:spcAft>
                <a:spcPts val="0"/>
              </a:spcAft>
              <a:buClr>
                <a:schemeClr val="dk1"/>
              </a:buClr>
              <a:buSzPts val="1300"/>
              <a:buChar char="●"/>
              <a:defRPr/>
            </a:lvl1pPr>
            <a:lvl2pPr marL="1219170" lvl="1" indent="-397923" algn="l">
              <a:lnSpc>
                <a:spcPct val="90000"/>
              </a:lnSpc>
              <a:spcBef>
                <a:spcPts val="0"/>
              </a:spcBef>
              <a:spcAft>
                <a:spcPts val="0"/>
              </a:spcAft>
              <a:buClr>
                <a:schemeClr val="dk1"/>
              </a:buClr>
              <a:buSzPts val="1100"/>
              <a:buChar char="○"/>
              <a:defRPr/>
            </a:lvl2pPr>
            <a:lvl3pPr marL="1828754" lvl="2" indent="-397923" algn="l">
              <a:lnSpc>
                <a:spcPct val="90000"/>
              </a:lnSpc>
              <a:spcBef>
                <a:spcPts val="0"/>
              </a:spcBef>
              <a:spcAft>
                <a:spcPts val="0"/>
              </a:spcAft>
              <a:buClr>
                <a:schemeClr val="dk1"/>
              </a:buClr>
              <a:buSzPts val="1100"/>
              <a:buChar char="■"/>
              <a:defRPr/>
            </a:lvl3pPr>
            <a:lvl4pPr marL="2438339" lvl="3" indent="-397923" algn="l">
              <a:lnSpc>
                <a:spcPct val="90000"/>
              </a:lnSpc>
              <a:spcBef>
                <a:spcPts val="0"/>
              </a:spcBef>
              <a:spcAft>
                <a:spcPts val="0"/>
              </a:spcAft>
              <a:buClr>
                <a:schemeClr val="dk1"/>
              </a:buClr>
              <a:buSzPts val="1100"/>
              <a:buChar char="●"/>
              <a:defRPr/>
            </a:lvl4pPr>
            <a:lvl5pPr marL="3047924" lvl="4" indent="-397923" algn="l">
              <a:lnSpc>
                <a:spcPct val="90000"/>
              </a:lnSpc>
              <a:spcBef>
                <a:spcPts val="0"/>
              </a:spcBef>
              <a:spcAft>
                <a:spcPts val="0"/>
              </a:spcAft>
              <a:buClr>
                <a:schemeClr val="dk1"/>
              </a:buClr>
              <a:buSzPts val="1100"/>
              <a:buChar char="○"/>
              <a:defRPr/>
            </a:lvl5pPr>
            <a:lvl6pPr marL="3657509" lvl="5" indent="-397923" algn="l">
              <a:lnSpc>
                <a:spcPct val="90000"/>
              </a:lnSpc>
              <a:spcBef>
                <a:spcPts val="0"/>
              </a:spcBef>
              <a:spcAft>
                <a:spcPts val="0"/>
              </a:spcAft>
              <a:buClr>
                <a:schemeClr val="dk1"/>
              </a:buClr>
              <a:buSzPts val="1100"/>
              <a:buChar char="■"/>
              <a:defRPr/>
            </a:lvl6pPr>
            <a:lvl7pPr marL="4267093" lvl="6" indent="-397923" algn="l">
              <a:lnSpc>
                <a:spcPct val="90000"/>
              </a:lnSpc>
              <a:spcBef>
                <a:spcPts val="0"/>
              </a:spcBef>
              <a:spcAft>
                <a:spcPts val="0"/>
              </a:spcAft>
              <a:buClr>
                <a:schemeClr val="dk1"/>
              </a:buClr>
              <a:buSzPts val="1100"/>
              <a:buChar char="●"/>
              <a:defRPr/>
            </a:lvl7pPr>
            <a:lvl8pPr marL="4876678" lvl="7" indent="-397923" algn="l">
              <a:lnSpc>
                <a:spcPct val="90000"/>
              </a:lnSpc>
              <a:spcBef>
                <a:spcPts val="0"/>
              </a:spcBef>
              <a:spcAft>
                <a:spcPts val="0"/>
              </a:spcAft>
              <a:buClr>
                <a:schemeClr val="dk1"/>
              </a:buClr>
              <a:buSzPts val="1100"/>
              <a:buChar char="○"/>
              <a:defRPr/>
            </a:lvl8pPr>
            <a:lvl9pPr marL="5486263" lvl="8" indent="-397923" algn="l">
              <a:lnSpc>
                <a:spcPct val="90000"/>
              </a:lnSpc>
              <a:spcBef>
                <a:spcPts val="0"/>
              </a:spcBef>
              <a:spcAft>
                <a:spcPts val="0"/>
              </a:spcAft>
              <a:buClr>
                <a:schemeClr val="dk1"/>
              </a:buClr>
              <a:buSzPts val="1100"/>
              <a:buChar char="■"/>
              <a:defRPr/>
            </a:lvl9pPr>
          </a:lstStyle>
          <a:p>
            <a:endParaRPr/>
          </a:p>
        </p:txBody>
      </p:sp>
      <p:sp>
        <p:nvSpPr>
          <p:cNvPr id="70" name="Google Shape;70;p16"/>
          <p:cNvSpPr txBox="1">
            <a:spLocks noGrp="1"/>
          </p:cNvSpPr>
          <p:nvPr>
            <p:ph type="body" idx="2"/>
          </p:nvPr>
        </p:nvSpPr>
        <p:spPr>
          <a:xfrm>
            <a:off x="6443200" y="2007600"/>
            <a:ext cx="5333200" cy="4101600"/>
          </a:xfrm>
          <a:prstGeom prst="rect">
            <a:avLst/>
          </a:prstGeom>
          <a:noFill/>
          <a:ln>
            <a:noFill/>
          </a:ln>
        </p:spPr>
        <p:txBody>
          <a:bodyPr spcFirstLastPara="1" wrap="square" lIns="91425" tIns="91425" rIns="91425" bIns="91425" anchor="t" anchorCtr="0">
            <a:normAutofit/>
          </a:bodyPr>
          <a:lstStyle>
            <a:lvl1pPr marL="609585" lvl="0" indent="-414856" algn="l">
              <a:lnSpc>
                <a:spcPct val="90000"/>
              </a:lnSpc>
              <a:spcBef>
                <a:spcPts val="0"/>
              </a:spcBef>
              <a:spcAft>
                <a:spcPts val="0"/>
              </a:spcAft>
              <a:buClr>
                <a:schemeClr val="dk1"/>
              </a:buClr>
              <a:buSzPts val="1300"/>
              <a:buChar char="●"/>
              <a:defRPr/>
            </a:lvl1pPr>
            <a:lvl2pPr marL="1219170" lvl="1" indent="-397923" algn="l">
              <a:lnSpc>
                <a:spcPct val="90000"/>
              </a:lnSpc>
              <a:spcBef>
                <a:spcPts val="0"/>
              </a:spcBef>
              <a:spcAft>
                <a:spcPts val="0"/>
              </a:spcAft>
              <a:buClr>
                <a:schemeClr val="dk1"/>
              </a:buClr>
              <a:buSzPts val="1100"/>
              <a:buChar char="○"/>
              <a:defRPr/>
            </a:lvl2pPr>
            <a:lvl3pPr marL="1828754" lvl="2" indent="-397923" algn="l">
              <a:lnSpc>
                <a:spcPct val="90000"/>
              </a:lnSpc>
              <a:spcBef>
                <a:spcPts val="0"/>
              </a:spcBef>
              <a:spcAft>
                <a:spcPts val="0"/>
              </a:spcAft>
              <a:buClr>
                <a:schemeClr val="dk1"/>
              </a:buClr>
              <a:buSzPts val="1100"/>
              <a:buChar char="■"/>
              <a:defRPr/>
            </a:lvl3pPr>
            <a:lvl4pPr marL="2438339" lvl="3" indent="-397923" algn="l">
              <a:lnSpc>
                <a:spcPct val="90000"/>
              </a:lnSpc>
              <a:spcBef>
                <a:spcPts val="0"/>
              </a:spcBef>
              <a:spcAft>
                <a:spcPts val="0"/>
              </a:spcAft>
              <a:buClr>
                <a:schemeClr val="dk1"/>
              </a:buClr>
              <a:buSzPts val="1100"/>
              <a:buChar char="●"/>
              <a:defRPr/>
            </a:lvl4pPr>
            <a:lvl5pPr marL="3047924" lvl="4" indent="-397923" algn="l">
              <a:lnSpc>
                <a:spcPct val="90000"/>
              </a:lnSpc>
              <a:spcBef>
                <a:spcPts val="0"/>
              </a:spcBef>
              <a:spcAft>
                <a:spcPts val="0"/>
              </a:spcAft>
              <a:buClr>
                <a:schemeClr val="dk1"/>
              </a:buClr>
              <a:buSzPts val="1100"/>
              <a:buChar char="○"/>
              <a:defRPr/>
            </a:lvl5pPr>
            <a:lvl6pPr marL="3657509" lvl="5" indent="-397923" algn="l">
              <a:lnSpc>
                <a:spcPct val="90000"/>
              </a:lnSpc>
              <a:spcBef>
                <a:spcPts val="0"/>
              </a:spcBef>
              <a:spcAft>
                <a:spcPts val="0"/>
              </a:spcAft>
              <a:buClr>
                <a:schemeClr val="dk1"/>
              </a:buClr>
              <a:buSzPts val="1100"/>
              <a:buChar char="■"/>
              <a:defRPr/>
            </a:lvl6pPr>
            <a:lvl7pPr marL="4267093" lvl="6" indent="-397923" algn="l">
              <a:lnSpc>
                <a:spcPct val="90000"/>
              </a:lnSpc>
              <a:spcBef>
                <a:spcPts val="0"/>
              </a:spcBef>
              <a:spcAft>
                <a:spcPts val="0"/>
              </a:spcAft>
              <a:buClr>
                <a:schemeClr val="dk1"/>
              </a:buClr>
              <a:buSzPts val="1100"/>
              <a:buChar char="●"/>
              <a:defRPr/>
            </a:lvl7pPr>
            <a:lvl8pPr marL="4876678" lvl="7" indent="-397923" algn="l">
              <a:lnSpc>
                <a:spcPct val="90000"/>
              </a:lnSpc>
              <a:spcBef>
                <a:spcPts val="0"/>
              </a:spcBef>
              <a:spcAft>
                <a:spcPts val="0"/>
              </a:spcAft>
              <a:buClr>
                <a:schemeClr val="dk1"/>
              </a:buClr>
              <a:buSzPts val="1100"/>
              <a:buChar char="○"/>
              <a:defRPr/>
            </a:lvl8pPr>
            <a:lvl9pPr marL="5486263" lvl="8" indent="-397923" algn="l">
              <a:lnSpc>
                <a:spcPct val="90000"/>
              </a:lnSpc>
              <a:spcBef>
                <a:spcPts val="0"/>
              </a:spcBef>
              <a:spcAft>
                <a:spcPts val="0"/>
              </a:spcAft>
              <a:buClr>
                <a:schemeClr val="dk1"/>
              </a:buClr>
              <a:buSzPts val="1100"/>
              <a:buChar char="■"/>
              <a:defRPr/>
            </a:lvl9pPr>
          </a:lstStyle>
          <a:p>
            <a:endParaRPr/>
          </a:p>
        </p:txBody>
      </p:sp>
      <p:sp>
        <p:nvSpPr>
          <p:cNvPr id="71" name="Google Shape;71;p1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1pPr>
            <a:lvl2pPr marL="0" marR="0" lvl="1"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2pPr>
            <a:lvl3pPr marL="0" marR="0" lvl="2"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3pPr>
            <a:lvl4pPr marL="0" marR="0" lvl="3"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4pPr>
            <a:lvl5pPr marL="0" marR="0" lvl="4"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5pPr>
            <a:lvl6pPr marL="0" marR="0" lvl="5"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6pPr>
            <a:lvl7pPr marL="0" marR="0" lvl="6"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7pPr>
            <a:lvl8pPr marL="0" marR="0" lvl="7"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8pPr>
            <a:lvl9pPr marL="0" marR="0" lvl="8"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1592436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CE23-DF7C-6906-24C3-CF1C66F0A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6F6F46-A4F4-9212-D5AE-2A768FC521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35690C-1D12-A35F-F15A-E42B5D4C1A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8C3D2B-FE52-0014-B507-BF942CF6ED0F}"/>
              </a:ext>
            </a:extLst>
          </p:cNvPr>
          <p:cNvSpPr>
            <a:spLocks noGrp="1"/>
          </p:cNvSpPr>
          <p:nvPr>
            <p:ph type="dt" sz="half" idx="10"/>
          </p:nvPr>
        </p:nvSpPr>
        <p:spPr/>
        <p:txBody>
          <a:bodyPr/>
          <a:lstStyle/>
          <a:p>
            <a:fld id="{AD3160A9-B1E4-4AE8-B854-46ED2C2068C2}" type="datetimeFigureOut">
              <a:rPr lang="en-US" smtClean="0"/>
              <a:t>6/18/2026</a:t>
            </a:fld>
            <a:endParaRPr lang="en-US"/>
          </a:p>
        </p:txBody>
      </p:sp>
      <p:sp>
        <p:nvSpPr>
          <p:cNvPr id="6" name="Footer Placeholder 5">
            <a:extLst>
              <a:ext uri="{FF2B5EF4-FFF2-40B4-BE49-F238E27FC236}">
                <a16:creationId xmlns:a16="http://schemas.microsoft.com/office/drawing/2014/main" id="{C5D45E52-0AAB-5533-9208-A90B471410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0B08A-6C74-4624-354A-9E8A77A7A9F1}"/>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7021421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9991F-A102-D529-F5F3-F565450D34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82BD4B-E36D-639B-C3EF-66780F5AD3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E2C8D3-6873-2A71-0439-0476204F61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79A89A-D222-0EDC-DDB7-F83FD8CF4B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72DF1B-F1BF-14ED-1E9E-31E4D798C7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10DD9C-5FB3-3919-F6E2-64A9C39F559A}"/>
              </a:ext>
            </a:extLst>
          </p:cNvPr>
          <p:cNvSpPr>
            <a:spLocks noGrp="1"/>
          </p:cNvSpPr>
          <p:nvPr>
            <p:ph type="dt" sz="half" idx="10"/>
          </p:nvPr>
        </p:nvSpPr>
        <p:spPr/>
        <p:txBody>
          <a:bodyPr/>
          <a:lstStyle/>
          <a:p>
            <a:fld id="{AD3160A9-B1E4-4AE8-B854-46ED2C2068C2}" type="datetimeFigureOut">
              <a:rPr lang="en-US" smtClean="0"/>
              <a:t>6/18/2026</a:t>
            </a:fld>
            <a:endParaRPr lang="en-US"/>
          </a:p>
        </p:txBody>
      </p:sp>
      <p:sp>
        <p:nvSpPr>
          <p:cNvPr id="8" name="Footer Placeholder 7">
            <a:extLst>
              <a:ext uri="{FF2B5EF4-FFF2-40B4-BE49-F238E27FC236}">
                <a16:creationId xmlns:a16="http://schemas.microsoft.com/office/drawing/2014/main" id="{036FC7C1-92D4-033D-4354-DFBADC84D6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4D3D73-AEE1-83F3-0176-B9104BAC2903}"/>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5330745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D8C2E-661D-51E2-ED90-348CF28AB4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F99564-2BF9-8DCD-A28E-9381CAF6CA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A3C069-210D-286C-4C3D-4A1E6D372734}"/>
              </a:ext>
            </a:extLst>
          </p:cNvPr>
          <p:cNvSpPr>
            <a:spLocks noGrp="1"/>
          </p:cNvSpPr>
          <p:nvPr>
            <p:ph type="dt" sz="half" idx="10"/>
          </p:nvPr>
        </p:nvSpPr>
        <p:spPr/>
        <p:txBody>
          <a:bodyPr/>
          <a:lstStyle/>
          <a:p>
            <a:fld id="{AD3160A9-B1E4-4AE8-B854-46ED2C2068C2}" type="datetimeFigureOut">
              <a:rPr lang="en-US" smtClean="0"/>
              <a:t>6/18/2026</a:t>
            </a:fld>
            <a:endParaRPr lang="en-US"/>
          </a:p>
        </p:txBody>
      </p:sp>
      <p:sp>
        <p:nvSpPr>
          <p:cNvPr id="5" name="Footer Placeholder 4">
            <a:extLst>
              <a:ext uri="{FF2B5EF4-FFF2-40B4-BE49-F238E27FC236}">
                <a16:creationId xmlns:a16="http://schemas.microsoft.com/office/drawing/2014/main" id="{987C136A-C674-A923-5AF9-6FA9114037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9792A-A4FA-3A54-7252-A8321589E8EB}"/>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36441275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userDrawn="1"/>
        </p:nvPicPr>
        <p:blipFill>
          <a:blip r:embed="rId38"/>
          <a:srcRect l="26274" t="67"/>
          <a:stretch>
            <a:fillRect/>
          </a:stretch>
        </p:blipFill>
        <p:spPr>
          <a:xfrm>
            <a:off x="10428515" y="411481"/>
            <a:ext cx="1214844" cy="477704"/>
          </a:xfrm>
          <a:prstGeom prst="rect">
            <a:avLst/>
          </a:prstGeom>
        </p:spPr>
      </p:pic>
      <p:sp>
        <p:nvSpPr>
          <p:cNvPr id="2" name="Title Placeholder 1"/>
          <p:cNvSpPr>
            <a:spLocks noGrp="1"/>
          </p:cNvSpPr>
          <p:nvPr>
            <p:ph type="title"/>
          </p:nvPr>
        </p:nvSpPr>
        <p:spPr>
          <a:xfrm>
            <a:off x="548640" y="411481"/>
            <a:ext cx="8231293" cy="914400"/>
          </a:xfrm>
          <a:prstGeom prst="rect">
            <a:avLst/>
          </a:prstGeom>
        </p:spPr>
        <p:txBody>
          <a:bodyPr vert="horz" lIns="0" tIns="0" rIns="0" bIns="0" rtlCol="0" anchor="t" anchorCtr="0">
            <a:noAutofit/>
          </a:bodyPr>
          <a:lstStyle/>
          <a:p>
            <a:r>
              <a:rPr lang="en-US"/>
              <a:t>[Slide title]</a:t>
            </a:r>
          </a:p>
        </p:txBody>
      </p:sp>
      <p:sp>
        <p:nvSpPr>
          <p:cNvPr id="3" name="Text Placeholder 2"/>
          <p:cNvSpPr>
            <a:spLocks noGrp="1"/>
          </p:cNvSpPr>
          <p:nvPr>
            <p:ph type="body" idx="1"/>
          </p:nvPr>
        </p:nvSpPr>
        <p:spPr>
          <a:xfrm>
            <a:off x="548639" y="1600199"/>
            <a:ext cx="11094720" cy="4572000"/>
          </a:xfrm>
          <a:prstGeom prst="rect">
            <a:avLst/>
          </a:prstGeom>
        </p:spPr>
        <p:txBody>
          <a:bodyPr vert="horz" lIns="0" tIns="0" rIns="0" bIns="0" spcCol="36576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547688" y="6629400"/>
            <a:ext cx="823912" cy="228600"/>
          </a:xfrm>
          <a:prstGeom prst="rect">
            <a:avLst/>
          </a:prstGeom>
        </p:spPr>
        <p:txBody>
          <a:bodyPr vert="horz" lIns="0" tIns="45720" rIns="0" bIns="45720" rtlCol="0" anchor="b" anchorCtr="0"/>
          <a:lstStyle>
            <a:lvl1pPr algn="l">
              <a:defRPr sz="700" b="1">
                <a:solidFill>
                  <a:schemeClr val="tx1"/>
                </a:solidFill>
              </a:defRPr>
            </a:lvl1pPr>
          </a:lstStyle>
          <a:p>
            <a:fld id="{CABCB1B0-B6E5-4DD1-BB55-95C076D6C0C8}" type="datetime3">
              <a:rPr lang="en-US" smtClean="0"/>
              <a:t>18 June 2026</a:t>
            </a:fld>
            <a:endParaRPr lang="en-US"/>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11210717" y="6629400"/>
            <a:ext cx="442001" cy="228600"/>
          </a:xfrm>
          <a:prstGeom prst="rect">
            <a:avLst/>
          </a:prstGeom>
        </p:spPr>
        <p:txBody>
          <a:bodyPr vert="horz" lIns="0" tIns="45720" rIns="0" bIns="45720" rtlCol="0" anchor="b" anchorCtr="0"/>
          <a:lstStyle>
            <a:lvl1pPr algn="r">
              <a:defRPr sz="700" b="1">
                <a:solidFill>
                  <a:schemeClr val="tx1"/>
                </a:solidFill>
              </a:defRPr>
            </a:lvl1pPr>
          </a:lstStyle>
          <a:p>
            <a:fld id="{64E5BE4B-2FBF-4174-9E62-85FAD1CB43A6}" type="slidenum">
              <a:rPr lang="en-US" smtClean="0"/>
              <a:pPr/>
              <a:t>‹#›</a:t>
            </a:fld>
            <a:endParaRPr lang="en-US"/>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userDrawn="1"/>
        </p:nvPicPr>
        <p:blipFill>
          <a:blip r:embed="rId39"/>
          <a:stretch>
            <a:fillRect/>
          </a:stretch>
        </p:blipFill>
        <p:spPr>
          <a:xfrm>
            <a:off x="9926021" y="424087"/>
            <a:ext cx="502495" cy="477704"/>
          </a:xfrm>
          <a:prstGeom prst="rect">
            <a:avLst/>
          </a:prstGeom>
        </p:spPr>
      </p:pic>
    </p:spTree>
    <p:extLst>
      <p:ext uri="{BB962C8B-B14F-4D97-AF65-F5344CB8AC3E}">
        <p14:creationId xmlns:p14="http://schemas.microsoft.com/office/powerpoint/2010/main" val="18082275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Lst>
  <p:hf hdr="0"/>
  <p:txStyles>
    <p:titleStyle>
      <a:lvl1pPr algn="l" defTabSz="914377"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182875" indent="-182875" algn="l" defTabSz="914377" rtl="0" eaLnBrk="1" latinLnBrk="0" hangingPunct="1">
        <a:lnSpc>
          <a:spcPct val="95000"/>
        </a:lnSpc>
        <a:spcBef>
          <a:spcPts val="1000"/>
        </a:spcBef>
        <a:buFont typeface="Arial" panose="020B0604020202020204" pitchFamily="34" charset="0"/>
        <a:buChar char="▪"/>
        <a:defRPr sz="2400" kern="1200">
          <a:solidFill>
            <a:schemeClr val="tx1"/>
          </a:solidFill>
          <a:latin typeface="+mn-lt"/>
          <a:ea typeface="+mn-ea"/>
          <a:cs typeface="+mn-cs"/>
        </a:defRPr>
      </a:lvl1pPr>
      <a:lvl2pPr marL="365751" indent="-182875" algn="l" defTabSz="914377" rtl="0" eaLnBrk="1" latinLnBrk="0" hangingPunct="1">
        <a:lnSpc>
          <a:spcPct val="95000"/>
        </a:lnSpc>
        <a:spcBef>
          <a:spcPts val="500"/>
        </a:spcBef>
        <a:buFont typeface="Arial" panose="020B0604020202020204" pitchFamily="34" charset="0"/>
        <a:buChar char="–"/>
        <a:defRPr sz="2133" kern="1200">
          <a:solidFill>
            <a:schemeClr val="tx1"/>
          </a:solidFill>
          <a:latin typeface="+mn-lt"/>
          <a:ea typeface="+mn-ea"/>
          <a:cs typeface="+mn-cs"/>
        </a:defRPr>
      </a:lvl2pPr>
      <a:lvl3pPr marL="548626" indent="-182875" algn="l" defTabSz="914377" rtl="0" eaLnBrk="1" latinLnBrk="0" hangingPunct="1">
        <a:lnSpc>
          <a:spcPct val="95000"/>
        </a:lnSpc>
        <a:spcBef>
          <a:spcPts val="500"/>
        </a:spcBef>
        <a:buFont typeface="Arial" panose="020B0604020202020204" pitchFamily="34" charset="0"/>
        <a:buChar char="–"/>
        <a:defRPr sz="1867" kern="1200">
          <a:solidFill>
            <a:schemeClr val="tx1"/>
          </a:solidFill>
          <a:latin typeface="+mn-lt"/>
          <a:ea typeface="+mn-ea"/>
          <a:cs typeface="+mn-cs"/>
        </a:defRPr>
      </a:lvl3pPr>
      <a:lvl4pPr marL="731502"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4pPr>
      <a:lvl5pPr marL="914377"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5pPr>
      <a:lvl6pPr marL="109725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28"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0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879"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377" rtl="0" eaLnBrk="1" latinLnBrk="0" hangingPunct="1">
        <a:defRPr sz="1700" kern="1200">
          <a:solidFill>
            <a:schemeClr val="tx1"/>
          </a:solidFill>
          <a:latin typeface="+mn-lt"/>
          <a:ea typeface="+mn-ea"/>
          <a:cs typeface="+mn-cs"/>
        </a:defRPr>
      </a:lvl1pPr>
      <a:lvl2pPr marL="457189" algn="l" defTabSz="914377" rtl="0" eaLnBrk="1" latinLnBrk="0" hangingPunct="1">
        <a:defRPr sz="1700" kern="1200">
          <a:solidFill>
            <a:schemeClr val="tx1"/>
          </a:solidFill>
          <a:latin typeface="+mn-lt"/>
          <a:ea typeface="+mn-ea"/>
          <a:cs typeface="+mn-cs"/>
        </a:defRPr>
      </a:lvl2pPr>
      <a:lvl3pPr marL="914377" algn="l" defTabSz="914377" rtl="0" eaLnBrk="1" latinLnBrk="0" hangingPunct="1">
        <a:defRPr sz="1700" kern="1200">
          <a:solidFill>
            <a:schemeClr val="tx1"/>
          </a:solidFill>
          <a:latin typeface="+mn-lt"/>
          <a:ea typeface="+mn-ea"/>
          <a:cs typeface="+mn-cs"/>
        </a:defRPr>
      </a:lvl3pPr>
      <a:lvl4pPr marL="1371566" algn="l" defTabSz="914377" rtl="0" eaLnBrk="1" latinLnBrk="0" hangingPunct="1">
        <a:defRPr sz="1700" kern="1200">
          <a:solidFill>
            <a:schemeClr val="tx1"/>
          </a:solidFill>
          <a:latin typeface="+mn-lt"/>
          <a:ea typeface="+mn-ea"/>
          <a:cs typeface="+mn-cs"/>
        </a:defRPr>
      </a:lvl4pPr>
      <a:lvl5pPr marL="1828754" algn="l" defTabSz="914377" rtl="0" eaLnBrk="1" latinLnBrk="0" hangingPunct="1">
        <a:defRPr sz="1700" kern="1200">
          <a:solidFill>
            <a:schemeClr val="tx1"/>
          </a:solidFill>
          <a:latin typeface="+mn-lt"/>
          <a:ea typeface="+mn-ea"/>
          <a:cs typeface="+mn-cs"/>
        </a:defRPr>
      </a:lvl5pPr>
      <a:lvl6pPr marL="2285943" algn="l" defTabSz="914377" rtl="0" eaLnBrk="1" latinLnBrk="0" hangingPunct="1">
        <a:defRPr sz="1700" kern="1200">
          <a:solidFill>
            <a:schemeClr val="tx1"/>
          </a:solidFill>
          <a:latin typeface="+mn-lt"/>
          <a:ea typeface="+mn-ea"/>
          <a:cs typeface="+mn-cs"/>
        </a:defRPr>
      </a:lvl6pPr>
      <a:lvl7pPr marL="2743131" algn="l" defTabSz="914377" rtl="0" eaLnBrk="1" latinLnBrk="0" hangingPunct="1">
        <a:defRPr sz="1700" kern="1200">
          <a:solidFill>
            <a:schemeClr val="tx1"/>
          </a:solidFill>
          <a:latin typeface="+mn-lt"/>
          <a:ea typeface="+mn-ea"/>
          <a:cs typeface="+mn-cs"/>
        </a:defRPr>
      </a:lvl7pPr>
      <a:lvl8pPr marL="3200320" algn="l" defTabSz="914377" rtl="0" eaLnBrk="1" latinLnBrk="0" hangingPunct="1">
        <a:defRPr sz="1700" kern="1200">
          <a:solidFill>
            <a:schemeClr val="tx1"/>
          </a:solidFill>
          <a:latin typeface="+mn-lt"/>
          <a:ea typeface="+mn-ea"/>
          <a:cs typeface="+mn-cs"/>
        </a:defRPr>
      </a:lvl8pPr>
      <a:lvl9pPr marL="3657509" algn="l" defTabSz="914377"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65F5500D-28B8-98A1-9FED-BA7F0BF0D5C4}"/>
              </a:ext>
            </a:extLst>
          </p:cNvPr>
          <p:cNvSpPr>
            <a:spLocks noGrp="1"/>
          </p:cNvSpPr>
          <p:nvPr>
            <p:ph type="body" sz="quarter" idx="39"/>
          </p:nvPr>
        </p:nvSpPr>
        <p:spPr/>
        <p:txBody>
          <a:bodyPr/>
          <a:lstStyle/>
          <a:p>
            <a:endParaRPr lang="en-US"/>
          </a:p>
        </p:txBody>
      </p:sp>
      <p:sp>
        <p:nvSpPr>
          <p:cNvPr id="19" name="Text Placeholder 18">
            <a:extLst>
              <a:ext uri="{FF2B5EF4-FFF2-40B4-BE49-F238E27FC236}">
                <a16:creationId xmlns:a16="http://schemas.microsoft.com/office/drawing/2014/main" id="{936C4D34-CD8C-75DC-2CBA-33E832AD85C3}"/>
              </a:ext>
            </a:extLst>
          </p:cNvPr>
          <p:cNvSpPr>
            <a:spLocks noGrp="1"/>
          </p:cNvSpPr>
          <p:nvPr>
            <p:ph type="body" sz="quarter" idx="40"/>
          </p:nvPr>
        </p:nvSpPr>
        <p:spPr/>
        <p:txBody>
          <a:bodyPr/>
          <a:lstStyle/>
          <a:p>
            <a:endParaRPr lang="en-US"/>
          </a:p>
        </p:txBody>
      </p:sp>
      <p:sp>
        <p:nvSpPr>
          <p:cNvPr id="20" name="Text Placeholder 19">
            <a:extLst>
              <a:ext uri="{FF2B5EF4-FFF2-40B4-BE49-F238E27FC236}">
                <a16:creationId xmlns:a16="http://schemas.microsoft.com/office/drawing/2014/main" id="{E2AAC86D-9609-47C1-E663-FD838EC7210C}"/>
              </a:ext>
            </a:extLst>
          </p:cNvPr>
          <p:cNvSpPr>
            <a:spLocks noGrp="1"/>
          </p:cNvSpPr>
          <p:nvPr>
            <p:ph type="body" sz="quarter" idx="41"/>
          </p:nvPr>
        </p:nvSpPr>
        <p:spPr/>
        <p:txBody>
          <a:bodyPr/>
          <a:lstStyle/>
          <a:p>
            <a:endParaRPr lang="en-US"/>
          </a:p>
        </p:txBody>
      </p:sp>
      <p:sp>
        <p:nvSpPr>
          <p:cNvPr id="21" name="Text Placeholder 20">
            <a:extLst>
              <a:ext uri="{FF2B5EF4-FFF2-40B4-BE49-F238E27FC236}">
                <a16:creationId xmlns:a16="http://schemas.microsoft.com/office/drawing/2014/main" id="{F2A125FC-6ED4-CDE1-B776-A12BC62A8157}"/>
              </a:ext>
            </a:extLst>
          </p:cNvPr>
          <p:cNvSpPr>
            <a:spLocks noGrp="1"/>
          </p:cNvSpPr>
          <p:nvPr>
            <p:ph type="body" sz="quarter" idx="42"/>
          </p:nvPr>
        </p:nvSpPr>
        <p:spPr/>
        <p:txBody>
          <a:bodyPr/>
          <a:lstStyle/>
          <a:p>
            <a:endParaRPr lang="en-US"/>
          </a:p>
        </p:txBody>
      </p:sp>
      <p:sp>
        <p:nvSpPr>
          <p:cNvPr id="22" name="Text Placeholder 21">
            <a:extLst>
              <a:ext uri="{FF2B5EF4-FFF2-40B4-BE49-F238E27FC236}">
                <a16:creationId xmlns:a16="http://schemas.microsoft.com/office/drawing/2014/main" id="{B226ACE9-22F2-431A-34BB-DB6AB5EDCAEC}"/>
              </a:ext>
            </a:extLst>
          </p:cNvPr>
          <p:cNvSpPr>
            <a:spLocks noGrp="1"/>
          </p:cNvSpPr>
          <p:nvPr>
            <p:ph type="body" sz="quarter" idx="43"/>
          </p:nvPr>
        </p:nvSpPr>
        <p:spPr/>
        <p:txBody>
          <a:bodyPr/>
          <a:lstStyle/>
          <a:p>
            <a:endParaRPr lang="en-US"/>
          </a:p>
        </p:txBody>
      </p:sp>
      <p:sp>
        <p:nvSpPr>
          <p:cNvPr id="23" name="Text Placeholder 22">
            <a:extLst>
              <a:ext uri="{FF2B5EF4-FFF2-40B4-BE49-F238E27FC236}">
                <a16:creationId xmlns:a16="http://schemas.microsoft.com/office/drawing/2014/main" id="{ED1E44F9-3FA8-78D7-C7D8-6CE1576D5406}"/>
              </a:ext>
            </a:extLst>
          </p:cNvPr>
          <p:cNvSpPr>
            <a:spLocks noGrp="1"/>
          </p:cNvSpPr>
          <p:nvPr>
            <p:ph type="body" sz="quarter" idx="44"/>
          </p:nvPr>
        </p:nvSpPr>
        <p:spPr/>
        <p:txBody>
          <a:bodyPr/>
          <a:lstStyle/>
          <a:p>
            <a:endParaRPr lang="en-US"/>
          </a:p>
        </p:txBody>
      </p:sp>
      <p:sp>
        <p:nvSpPr>
          <p:cNvPr id="24" name="Text Placeholder 23">
            <a:extLst>
              <a:ext uri="{FF2B5EF4-FFF2-40B4-BE49-F238E27FC236}">
                <a16:creationId xmlns:a16="http://schemas.microsoft.com/office/drawing/2014/main" id="{8D5CF151-77B1-3CA0-4D12-98B22EB40794}"/>
              </a:ext>
            </a:extLst>
          </p:cNvPr>
          <p:cNvSpPr>
            <a:spLocks noGrp="1"/>
          </p:cNvSpPr>
          <p:nvPr>
            <p:ph type="body" sz="quarter" idx="45"/>
          </p:nvPr>
        </p:nvSpPr>
        <p:spPr/>
        <p:txBody>
          <a:bodyPr/>
          <a:lstStyle/>
          <a:p>
            <a:endParaRPr lang="en-US"/>
          </a:p>
        </p:txBody>
      </p:sp>
      <p:sp>
        <p:nvSpPr>
          <p:cNvPr id="25" name="Text Placeholder 24">
            <a:extLst>
              <a:ext uri="{FF2B5EF4-FFF2-40B4-BE49-F238E27FC236}">
                <a16:creationId xmlns:a16="http://schemas.microsoft.com/office/drawing/2014/main" id="{0743D0EB-7A13-782C-85D4-F6C964AC1F72}"/>
              </a:ext>
            </a:extLst>
          </p:cNvPr>
          <p:cNvSpPr>
            <a:spLocks noGrp="1"/>
          </p:cNvSpPr>
          <p:nvPr>
            <p:ph type="body" sz="quarter" idx="46"/>
          </p:nvPr>
        </p:nvSpPr>
        <p:spPr/>
        <p:txBody>
          <a:bodyPr/>
          <a:lstStyle/>
          <a:p>
            <a:endParaRPr lang="en-US"/>
          </a:p>
        </p:txBody>
      </p:sp>
      <p:sp>
        <p:nvSpPr>
          <p:cNvPr id="26" name="Text Placeholder 25">
            <a:extLst>
              <a:ext uri="{FF2B5EF4-FFF2-40B4-BE49-F238E27FC236}">
                <a16:creationId xmlns:a16="http://schemas.microsoft.com/office/drawing/2014/main" id="{7AF48BE3-7874-1456-5CF8-B69DBF29CA5A}"/>
              </a:ext>
            </a:extLst>
          </p:cNvPr>
          <p:cNvSpPr>
            <a:spLocks noGrp="1"/>
          </p:cNvSpPr>
          <p:nvPr>
            <p:ph type="body" sz="quarter" idx="47"/>
          </p:nvPr>
        </p:nvSpPr>
        <p:spPr/>
        <p:txBody>
          <a:bodyPr/>
          <a:lstStyle/>
          <a:p>
            <a:endParaRPr lang="en-US"/>
          </a:p>
        </p:txBody>
      </p:sp>
      <p:sp>
        <p:nvSpPr>
          <p:cNvPr id="27" name="Text Placeholder 26">
            <a:extLst>
              <a:ext uri="{FF2B5EF4-FFF2-40B4-BE49-F238E27FC236}">
                <a16:creationId xmlns:a16="http://schemas.microsoft.com/office/drawing/2014/main" id="{C00515FB-3BF3-47C8-7B16-8144A9949831}"/>
              </a:ext>
            </a:extLst>
          </p:cNvPr>
          <p:cNvSpPr>
            <a:spLocks noGrp="1"/>
          </p:cNvSpPr>
          <p:nvPr>
            <p:ph type="body" sz="quarter" idx="48"/>
          </p:nvPr>
        </p:nvSpPr>
        <p:spPr/>
        <p:txBody>
          <a:bodyPr/>
          <a:lstStyle/>
          <a:p>
            <a:endParaRPr lang="en-US"/>
          </a:p>
        </p:txBody>
      </p:sp>
      <p:sp>
        <p:nvSpPr>
          <p:cNvPr id="2" name="Title 1">
            <a:extLst>
              <a:ext uri="{FF2B5EF4-FFF2-40B4-BE49-F238E27FC236}">
                <a16:creationId xmlns:a16="http://schemas.microsoft.com/office/drawing/2014/main" id="{13F81ACD-6120-D6F0-670E-BB0ECB337F17}"/>
              </a:ext>
            </a:extLst>
          </p:cNvPr>
          <p:cNvSpPr>
            <a:spLocks noGrp="1"/>
          </p:cNvSpPr>
          <p:nvPr>
            <p:ph type="ctrTitle"/>
          </p:nvPr>
        </p:nvSpPr>
        <p:spPr>
          <a:xfrm>
            <a:off x="914401" y="2202820"/>
            <a:ext cx="6429375" cy="1325880"/>
          </a:xfrm>
        </p:spPr>
        <p:txBody>
          <a:bodyPr/>
          <a:lstStyle/>
          <a:p>
            <a:r>
              <a:rPr lang="en-US" dirty="0"/>
              <a:t>HTTP and APIs</a:t>
            </a:r>
          </a:p>
        </p:txBody>
      </p:sp>
      <p:sp>
        <p:nvSpPr>
          <p:cNvPr id="3" name="Subtitle 2">
            <a:extLst>
              <a:ext uri="{FF2B5EF4-FFF2-40B4-BE49-F238E27FC236}">
                <a16:creationId xmlns:a16="http://schemas.microsoft.com/office/drawing/2014/main" id="{BA03A6A7-B911-5528-D8B0-F857E7157562}"/>
              </a:ext>
            </a:extLst>
          </p:cNvPr>
          <p:cNvSpPr>
            <a:spLocks noGrp="1"/>
          </p:cNvSpPr>
          <p:nvPr>
            <p:ph type="subTitle" idx="1"/>
          </p:nvPr>
        </p:nvSpPr>
        <p:spPr>
          <a:xfrm>
            <a:off x="914402" y="3784732"/>
            <a:ext cx="3565524" cy="457200"/>
          </a:xfrm>
        </p:spPr>
        <p:txBody>
          <a:bodyPr/>
          <a:lstStyle/>
          <a:p>
            <a:r>
              <a:rPr lang="en-US" dirty="0"/>
              <a:t>AI2C Techs</a:t>
            </a:r>
          </a:p>
        </p:txBody>
      </p:sp>
      <p:sp>
        <p:nvSpPr>
          <p:cNvPr id="17" name="Text Placeholder 16">
            <a:extLst>
              <a:ext uri="{FF2B5EF4-FFF2-40B4-BE49-F238E27FC236}">
                <a16:creationId xmlns:a16="http://schemas.microsoft.com/office/drawing/2014/main" id="{B9C74AF3-C000-6F58-2776-39AB768B00A6}"/>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051228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E610B-6F88-D983-B674-135072AE0D00}"/>
              </a:ext>
            </a:extLst>
          </p:cNvPr>
          <p:cNvSpPr>
            <a:spLocks noGrp="1"/>
          </p:cNvSpPr>
          <p:nvPr>
            <p:ph type="title"/>
          </p:nvPr>
        </p:nvSpPr>
        <p:spPr>
          <a:xfrm>
            <a:off x="548640" y="411481"/>
            <a:ext cx="8231293" cy="914400"/>
          </a:xfrm>
        </p:spPr>
        <p:txBody>
          <a:bodyPr/>
          <a:lstStyle/>
          <a:p>
            <a:r>
              <a:rPr lang="en-US" dirty="0" err="1"/>
              <a:t>HyperText</a:t>
            </a:r>
            <a:r>
              <a:rPr lang="en-US" dirty="0"/>
              <a:t> Transfer Protocol</a:t>
            </a:r>
          </a:p>
        </p:txBody>
      </p:sp>
      <p:sp>
        <p:nvSpPr>
          <p:cNvPr id="4" name="Content Placeholder 3">
            <a:extLst>
              <a:ext uri="{FF2B5EF4-FFF2-40B4-BE49-F238E27FC236}">
                <a16:creationId xmlns:a16="http://schemas.microsoft.com/office/drawing/2014/main" id="{86702865-14F7-75BA-971C-7F030292EED0}"/>
              </a:ext>
            </a:extLst>
          </p:cNvPr>
          <p:cNvSpPr>
            <a:spLocks noGrp="1"/>
          </p:cNvSpPr>
          <p:nvPr>
            <p:ph sz="half" idx="1"/>
          </p:nvPr>
        </p:nvSpPr>
        <p:spPr>
          <a:xfrm>
            <a:off x="838200" y="1825625"/>
            <a:ext cx="5181600" cy="4351338"/>
          </a:xfrm>
        </p:spPr>
        <p:txBody>
          <a:bodyPr>
            <a:normAutofit/>
          </a:bodyPr>
          <a:lstStyle/>
          <a:p>
            <a:r>
              <a:rPr lang="en-US" dirty="0"/>
              <a:t>Specified in RFC 1945 (May 1996!)</a:t>
            </a:r>
          </a:p>
          <a:p>
            <a:r>
              <a:rPr lang="en-US" dirty="0"/>
              <a:t>Consists of clients, servers, requests, and responses</a:t>
            </a:r>
          </a:p>
          <a:p>
            <a:endParaRPr lang="en-US" dirty="0"/>
          </a:p>
          <a:p>
            <a:endParaRPr lang="en-US" dirty="0"/>
          </a:p>
          <a:p>
            <a:endParaRPr lang="en-US" dirty="0"/>
          </a:p>
          <a:p>
            <a:r>
              <a:rPr lang="en-US" dirty="0"/>
              <a:t>Improvements and modifications over time</a:t>
            </a:r>
          </a:p>
        </p:txBody>
      </p:sp>
      <p:sp>
        <p:nvSpPr>
          <p:cNvPr id="7" name="Content Placeholder 6">
            <a:extLst>
              <a:ext uri="{FF2B5EF4-FFF2-40B4-BE49-F238E27FC236}">
                <a16:creationId xmlns:a16="http://schemas.microsoft.com/office/drawing/2014/main" id="{4143A01C-9965-70D2-F142-61C3054AA76B}"/>
              </a:ext>
            </a:extLst>
          </p:cNvPr>
          <p:cNvSpPr>
            <a:spLocks noGrp="1"/>
          </p:cNvSpPr>
          <p:nvPr>
            <p:ph sz="half" idx="2"/>
          </p:nvPr>
        </p:nvSpPr>
        <p:spPr/>
        <p:txBody>
          <a:bodyPr/>
          <a:lstStyle/>
          <a:p>
            <a:endParaRPr lang="en-US"/>
          </a:p>
        </p:txBody>
      </p:sp>
    </p:spTree>
    <p:extLst>
      <p:ext uri="{BB962C8B-B14F-4D97-AF65-F5344CB8AC3E}">
        <p14:creationId xmlns:p14="http://schemas.microsoft.com/office/powerpoint/2010/main" val="3708550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DFBA4-0899-E93F-4542-EB3DD0EC6E77}"/>
              </a:ext>
            </a:extLst>
          </p:cNvPr>
          <p:cNvSpPr>
            <a:spLocks noGrp="1"/>
          </p:cNvSpPr>
          <p:nvPr>
            <p:ph type="title"/>
          </p:nvPr>
        </p:nvSpPr>
        <p:spPr>
          <a:xfrm>
            <a:off x="548640" y="411481"/>
            <a:ext cx="8231293" cy="914400"/>
          </a:xfrm>
        </p:spPr>
        <p:txBody>
          <a:bodyPr/>
          <a:lstStyle/>
          <a:p>
            <a:r>
              <a:rPr lang="en-US" dirty="0"/>
              <a:t>The HTTP Protocol: Rules</a:t>
            </a:r>
          </a:p>
        </p:txBody>
      </p:sp>
      <p:sp>
        <p:nvSpPr>
          <p:cNvPr id="6" name="Content Placeholder 5">
            <a:extLst>
              <a:ext uri="{FF2B5EF4-FFF2-40B4-BE49-F238E27FC236}">
                <a16:creationId xmlns:a16="http://schemas.microsoft.com/office/drawing/2014/main" id="{745EF396-9221-44E1-86A4-5D17C59D303F}"/>
              </a:ext>
            </a:extLst>
          </p:cNvPr>
          <p:cNvSpPr>
            <a:spLocks noGrp="1"/>
          </p:cNvSpPr>
          <p:nvPr>
            <p:ph idx="1"/>
          </p:nvPr>
        </p:nvSpPr>
        <p:spPr>
          <a:xfrm>
            <a:off x="548640" y="1600199"/>
            <a:ext cx="11024925" cy="4572000"/>
          </a:xfrm>
        </p:spPr>
        <p:txBody>
          <a:bodyPr/>
          <a:lstStyle/>
          <a:p>
            <a:r>
              <a:rPr lang="en-US" dirty="0"/>
              <a:t>Client (i.e., browser) always initiates</a:t>
            </a:r>
          </a:p>
          <a:p>
            <a:r>
              <a:rPr lang="en-US" dirty="0"/>
              <a:t>Server responds, is always listening</a:t>
            </a:r>
          </a:p>
          <a:p>
            <a:r>
              <a:rPr lang="en-US" dirty="0"/>
              <a:t>One request, one response: Each HTTP exchange is complete</a:t>
            </a:r>
          </a:p>
          <a:p>
            <a:r>
              <a:rPr lang="en-US" dirty="0"/>
              <a:t>Stateless: Server doesn't remember previous requests (hence cookies needed)</a:t>
            </a:r>
          </a:p>
        </p:txBody>
      </p:sp>
      <p:sp>
        <p:nvSpPr>
          <p:cNvPr id="5" name="Footer Placeholder 4">
            <a:extLst>
              <a:ext uri="{FF2B5EF4-FFF2-40B4-BE49-F238E27FC236}">
                <a16:creationId xmlns:a16="http://schemas.microsoft.com/office/drawing/2014/main" id="{DB13F2E3-E2EB-EEAA-C805-29B02A2DE485}"/>
              </a:ext>
            </a:extLst>
          </p:cNvPr>
          <p:cNvSpPr>
            <a:spLocks noGrp="1"/>
          </p:cNvSpPr>
          <p:nvPr>
            <p:ph type="dt" sz="half" idx="10"/>
          </p:nvPr>
        </p:nvSpPr>
        <p:spPr>
          <a:xfrm>
            <a:off x="548640" y="6629400"/>
            <a:ext cx="822960" cy="228600"/>
          </a:xfrm>
        </p:spPr>
        <p:txBody>
          <a:bodyPr/>
          <a:lstStyle/>
          <a:p>
            <a:r>
              <a:rPr lang="en-US"/>
              <a:t>CY350: Computer Networks</a:t>
            </a:r>
            <a:endParaRPr lang="en-US" dirty="0"/>
          </a:p>
        </p:txBody>
      </p:sp>
      <p:sp>
        <p:nvSpPr>
          <p:cNvPr id="3" name="Date Placeholder 2">
            <a:extLst>
              <a:ext uri="{FF2B5EF4-FFF2-40B4-BE49-F238E27FC236}">
                <a16:creationId xmlns:a16="http://schemas.microsoft.com/office/drawing/2014/main" id="{25C6F924-DC1E-8F05-FCA3-DFE1F561E22E}"/>
              </a:ext>
            </a:extLst>
          </p:cNvPr>
          <p:cNvSpPr>
            <a:spLocks noGrp="1"/>
          </p:cNvSpPr>
          <p:nvPr>
            <p:ph type="sldNum" sz="quarter" idx="11"/>
          </p:nvPr>
        </p:nvSpPr>
        <p:spPr>
          <a:xfrm>
            <a:off x="11245104" y="6629400"/>
            <a:ext cx="399211" cy="228600"/>
          </a:xfrm>
        </p:spPr>
        <p:txBody>
          <a:bodyPr/>
          <a:lstStyle/>
          <a:p>
            <a:endParaRPr lang="en-US"/>
          </a:p>
        </p:txBody>
      </p:sp>
      <p:sp>
        <p:nvSpPr>
          <p:cNvPr id="4" name="Slide Number Placeholder 3">
            <a:extLst>
              <a:ext uri="{FF2B5EF4-FFF2-40B4-BE49-F238E27FC236}">
                <a16:creationId xmlns:a16="http://schemas.microsoft.com/office/drawing/2014/main" id="{C0D5835E-E76F-CE56-A9F3-246210D46B51}"/>
              </a:ext>
            </a:extLst>
          </p:cNvPr>
          <p:cNvSpPr>
            <a:spLocks noGrp="1"/>
          </p:cNvSpPr>
          <p:nvPr>
            <p:ph type="ftr" sz="quarter" idx="4294967295"/>
          </p:nvPr>
        </p:nvSpPr>
        <p:spPr>
          <a:xfrm>
            <a:off x="0" y="6356350"/>
            <a:ext cx="4114800" cy="365125"/>
          </a:xfrm>
          <a:prstGeom prst="rect">
            <a:avLst/>
          </a:prstGeom>
        </p:spPr>
        <p:txBody>
          <a:bodyPr/>
          <a:lstStyle/>
          <a:p>
            <a:fld id="{BE432D27-6A75-4E94-935C-DB475393A8B5}" type="slidenum">
              <a:rPr lang="en-US" smtClean="0"/>
              <a:pPr/>
              <a:t>3</a:t>
            </a:fld>
            <a:endParaRPr lang="en-US"/>
          </a:p>
        </p:txBody>
      </p:sp>
    </p:spTree>
    <p:extLst>
      <p:ext uri="{BB962C8B-B14F-4D97-AF65-F5344CB8AC3E}">
        <p14:creationId xmlns:p14="http://schemas.microsoft.com/office/powerpoint/2010/main" val="3532679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FE45E-C85E-B620-26D8-24A63C4E8770}"/>
              </a:ext>
            </a:extLst>
          </p:cNvPr>
          <p:cNvSpPr>
            <a:spLocks noGrp="1"/>
          </p:cNvSpPr>
          <p:nvPr>
            <p:ph type="title"/>
          </p:nvPr>
        </p:nvSpPr>
        <p:spPr>
          <a:xfrm>
            <a:off x="839788" y="365125"/>
            <a:ext cx="10515600" cy="1325563"/>
          </a:xfrm>
        </p:spPr>
        <p:txBody>
          <a:bodyPr/>
          <a:lstStyle/>
          <a:p>
            <a:r>
              <a:rPr lang="en-US" dirty="0"/>
              <a:t>Examples</a:t>
            </a:r>
          </a:p>
        </p:txBody>
      </p:sp>
      <p:sp>
        <p:nvSpPr>
          <p:cNvPr id="5" name="Text Placeholder 4">
            <a:extLst>
              <a:ext uri="{FF2B5EF4-FFF2-40B4-BE49-F238E27FC236}">
                <a16:creationId xmlns:a16="http://schemas.microsoft.com/office/drawing/2014/main" id="{17D52994-45D3-B643-C17D-36AA72A9EE75}"/>
              </a:ext>
            </a:extLst>
          </p:cNvPr>
          <p:cNvSpPr>
            <a:spLocks noGrp="1"/>
          </p:cNvSpPr>
          <p:nvPr>
            <p:ph type="body" idx="1"/>
          </p:nvPr>
        </p:nvSpPr>
        <p:spPr>
          <a:xfrm>
            <a:off x="839788" y="1681163"/>
            <a:ext cx="5157787" cy="823912"/>
          </a:xfrm>
        </p:spPr>
        <p:txBody>
          <a:bodyPr/>
          <a:lstStyle/>
          <a:p>
            <a:r>
              <a:rPr lang="en-US" dirty="0"/>
              <a:t>Request</a:t>
            </a:r>
          </a:p>
        </p:txBody>
      </p:sp>
      <p:sp>
        <p:nvSpPr>
          <p:cNvPr id="6" name="Content Placeholder 5">
            <a:extLst>
              <a:ext uri="{FF2B5EF4-FFF2-40B4-BE49-F238E27FC236}">
                <a16:creationId xmlns:a16="http://schemas.microsoft.com/office/drawing/2014/main" id="{8475756D-21F1-034B-8FD3-FA2291E62496}"/>
              </a:ext>
            </a:extLst>
          </p:cNvPr>
          <p:cNvSpPr>
            <a:spLocks noGrp="1"/>
          </p:cNvSpPr>
          <p:nvPr>
            <p:ph sz="half" idx="2"/>
          </p:nvPr>
        </p:nvSpPr>
        <p:spPr>
          <a:xfrm>
            <a:off x="839788" y="2505075"/>
            <a:ext cx="5157787" cy="3684588"/>
          </a:xfrm>
        </p:spPr>
        <p:txBody>
          <a:bodyPr>
            <a:normAutofit/>
          </a:bodyPr>
          <a:lstStyle/>
          <a:p>
            <a:pPr marL="0" indent="0">
              <a:buNone/>
            </a:pPr>
            <a:r>
              <a:rPr lang="en-US" dirty="0"/>
              <a:t>GET /test HTTP/1.1\r\n</a:t>
            </a:r>
          </a:p>
          <a:p>
            <a:pPr marL="0" indent="0">
              <a:buNone/>
            </a:pPr>
            <a:r>
              <a:rPr lang="en-US" dirty="0"/>
              <a:t>Host: example.com\r\n</a:t>
            </a:r>
          </a:p>
          <a:p>
            <a:pPr marL="0" indent="0">
              <a:buNone/>
            </a:pPr>
            <a:r>
              <a:rPr lang="en-US" dirty="0"/>
              <a:t>Accept: */*\r\n</a:t>
            </a:r>
          </a:p>
          <a:p>
            <a:pPr marL="0" indent="0">
              <a:buNone/>
            </a:pPr>
            <a:r>
              <a:rPr lang="en-US" dirty="0"/>
              <a:t>\r\n</a:t>
            </a:r>
          </a:p>
          <a:p>
            <a:pPr marL="0" indent="0">
              <a:buNone/>
            </a:pPr>
            <a:r>
              <a:rPr lang="en-US" dirty="0"/>
              <a:t>{"param"="hello"}\r\n</a:t>
            </a:r>
          </a:p>
        </p:txBody>
      </p:sp>
      <p:sp>
        <p:nvSpPr>
          <p:cNvPr id="7" name="Text Placeholder 6">
            <a:extLst>
              <a:ext uri="{FF2B5EF4-FFF2-40B4-BE49-F238E27FC236}">
                <a16:creationId xmlns:a16="http://schemas.microsoft.com/office/drawing/2014/main" id="{9CD86912-9B87-13C6-250E-926BC57C5943}"/>
              </a:ext>
            </a:extLst>
          </p:cNvPr>
          <p:cNvSpPr>
            <a:spLocks noGrp="1"/>
          </p:cNvSpPr>
          <p:nvPr>
            <p:ph type="body" sz="quarter" idx="3"/>
          </p:nvPr>
        </p:nvSpPr>
        <p:spPr>
          <a:xfrm>
            <a:off x="6172200" y="1681163"/>
            <a:ext cx="5183188" cy="823912"/>
          </a:xfrm>
        </p:spPr>
        <p:txBody>
          <a:bodyPr/>
          <a:lstStyle/>
          <a:p>
            <a:r>
              <a:rPr lang="en-US" dirty="0"/>
              <a:t>Response</a:t>
            </a:r>
          </a:p>
        </p:txBody>
      </p:sp>
      <p:sp>
        <p:nvSpPr>
          <p:cNvPr id="8" name="Content Placeholder 7">
            <a:extLst>
              <a:ext uri="{FF2B5EF4-FFF2-40B4-BE49-F238E27FC236}">
                <a16:creationId xmlns:a16="http://schemas.microsoft.com/office/drawing/2014/main" id="{B0EAED91-6841-39BB-9F0C-96EFB627CDF1}"/>
              </a:ext>
            </a:extLst>
          </p:cNvPr>
          <p:cNvSpPr>
            <a:spLocks noGrp="1"/>
          </p:cNvSpPr>
          <p:nvPr>
            <p:ph sz="quarter" idx="4"/>
          </p:nvPr>
        </p:nvSpPr>
        <p:spPr>
          <a:xfrm>
            <a:off x="6172200" y="2505075"/>
            <a:ext cx="5183188" cy="3684588"/>
          </a:xfrm>
        </p:spPr>
        <p:txBody>
          <a:bodyPr>
            <a:normAutofit/>
          </a:bodyPr>
          <a:lstStyle/>
          <a:p>
            <a:pPr marL="0" indent="0">
              <a:buNone/>
            </a:pPr>
            <a:r>
              <a:rPr lang="en-US" dirty="0"/>
              <a:t>HTTP/1.1 404 Not Found\r\n</a:t>
            </a:r>
          </a:p>
          <a:p>
            <a:pPr marL="0" indent="0">
              <a:buNone/>
            </a:pPr>
            <a:r>
              <a:rPr lang="en-US" dirty="0"/>
              <a:t>Server: Apache/2.0.52\r\n</a:t>
            </a:r>
          </a:p>
          <a:p>
            <a:pPr marL="0" indent="0">
              <a:buNone/>
            </a:pPr>
            <a:r>
              <a:rPr lang="en-US" dirty="0"/>
              <a:t>Accept-Ranges: bytes\r\n</a:t>
            </a:r>
          </a:p>
          <a:p>
            <a:pPr marL="0" indent="0">
              <a:buNone/>
            </a:pPr>
            <a:r>
              <a:rPr lang="en-US" dirty="0"/>
              <a:t>Content-Length: 2652\r\n</a:t>
            </a:r>
          </a:p>
          <a:p>
            <a:pPr marL="0" indent="0">
              <a:buNone/>
            </a:pPr>
            <a:r>
              <a:rPr lang="en-US" dirty="0"/>
              <a:t>Content-Type: text/html;\r\n</a:t>
            </a:r>
          </a:p>
          <a:p>
            <a:pPr marL="0" indent="0">
              <a:buNone/>
            </a:pPr>
            <a:r>
              <a:rPr lang="en-US" dirty="0"/>
              <a:t>\r\n</a:t>
            </a:r>
          </a:p>
          <a:p>
            <a:pPr marL="0" indent="0">
              <a:buNone/>
            </a:pPr>
            <a:r>
              <a:rPr lang="en-US" dirty="0"/>
              <a:t>&lt;!doctype html&gt;&lt;html ...</a:t>
            </a:r>
          </a:p>
        </p:txBody>
      </p:sp>
      <p:sp>
        <p:nvSpPr>
          <p:cNvPr id="9" name="Rectangle 8">
            <a:extLst>
              <a:ext uri="{FF2B5EF4-FFF2-40B4-BE49-F238E27FC236}">
                <a16:creationId xmlns:a16="http://schemas.microsoft.com/office/drawing/2014/main" id="{652E747B-6627-69FF-7AF7-81253B1491C7}"/>
              </a:ext>
            </a:extLst>
          </p:cNvPr>
          <p:cNvSpPr/>
          <p:nvPr/>
        </p:nvSpPr>
        <p:spPr>
          <a:xfrm>
            <a:off x="148753" y="2450034"/>
            <a:ext cx="4849036" cy="45178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CA6B932-8A9E-CA83-7114-4BB2D6357BAD}"/>
              </a:ext>
            </a:extLst>
          </p:cNvPr>
          <p:cNvSpPr/>
          <p:nvPr/>
        </p:nvSpPr>
        <p:spPr>
          <a:xfrm>
            <a:off x="5458940" y="2450034"/>
            <a:ext cx="6267716" cy="45178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F2487E9-A0DA-EC32-0789-D984C87B6D80}"/>
              </a:ext>
            </a:extLst>
          </p:cNvPr>
          <p:cNvSpPr txBox="1"/>
          <p:nvPr/>
        </p:nvSpPr>
        <p:spPr>
          <a:xfrm>
            <a:off x="5458940" y="243076"/>
            <a:ext cx="3734382" cy="1384995"/>
          </a:xfrm>
          <a:prstGeom prst="rect">
            <a:avLst/>
          </a:prstGeom>
          <a:noFill/>
        </p:spPr>
        <p:txBody>
          <a:bodyPr wrap="square" rtlCol="0">
            <a:spAutoFit/>
          </a:bodyPr>
          <a:lstStyle/>
          <a:p>
            <a:r>
              <a:rPr lang="en-US" sz="2800" dirty="0">
                <a:solidFill>
                  <a:schemeClr val="accent2"/>
                </a:solidFill>
              </a:rPr>
              <a:t>Line</a:t>
            </a:r>
          </a:p>
          <a:p>
            <a:r>
              <a:rPr lang="en-US" sz="2800" dirty="0">
                <a:solidFill>
                  <a:schemeClr val="accent4"/>
                </a:solidFill>
              </a:rPr>
              <a:t>Headers</a:t>
            </a:r>
          </a:p>
          <a:p>
            <a:r>
              <a:rPr lang="en-US" sz="2800" dirty="0">
                <a:solidFill>
                  <a:schemeClr val="accent6"/>
                </a:solidFill>
              </a:rPr>
              <a:t>Body</a:t>
            </a:r>
          </a:p>
        </p:txBody>
      </p:sp>
      <p:sp>
        <p:nvSpPr>
          <p:cNvPr id="12" name="Rectangle 11">
            <a:extLst>
              <a:ext uri="{FF2B5EF4-FFF2-40B4-BE49-F238E27FC236}">
                <a16:creationId xmlns:a16="http://schemas.microsoft.com/office/drawing/2014/main" id="{D4E3EA7B-9D77-B0F1-067B-31AF0993092D}"/>
              </a:ext>
            </a:extLst>
          </p:cNvPr>
          <p:cNvSpPr/>
          <p:nvPr/>
        </p:nvSpPr>
        <p:spPr>
          <a:xfrm>
            <a:off x="148753" y="2965673"/>
            <a:ext cx="4849036" cy="885603"/>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DC5F60D-007E-66AF-6FF1-0FA7F7F81DD0}"/>
              </a:ext>
            </a:extLst>
          </p:cNvPr>
          <p:cNvSpPr/>
          <p:nvPr/>
        </p:nvSpPr>
        <p:spPr>
          <a:xfrm>
            <a:off x="5458940" y="2961276"/>
            <a:ext cx="6267716" cy="1804953"/>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E7A659-8B15-8C2D-9F6D-48A69DA0398F}"/>
              </a:ext>
            </a:extLst>
          </p:cNvPr>
          <p:cNvSpPr/>
          <p:nvPr/>
        </p:nvSpPr>
        <p:spPr>
          <a:xfrm>
            <a:off x="148753" y="4339541"/>
            <a:ext cx="4849036" cy="510667"/>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3AB2022-825F-1557-CD1D-486187F74DDF}"/>
              </a:ext>
            </a:extLst>
          </p:cNvPr>
          <p:cNvSpPr/>
          <p:nvPr/>
        </p:nvSpPr>
        <p:spPr>
          <a:xfrm>
            <a:off x="5458940" y="5315926"/>
            <a:ext cx="6267716" cy="510667"/>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804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p:bldP spid="12" grpId="0" animBg="1"/>
      <p:bldP spid="13" grpId="0" animBg="1"/>
      <p:bldP spid="14"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CACA3-FE80-8946-CC46-CB715FEB115C}"/>
              </a:ext>
            </a:extLst>
          </p:cNvPr>
          <p:cNvSpPr>
            <a:spLocks noGrp="1"/>
          </p:cNvSpPr>
          <p:nvPr>
            <p:ph type="title"/>
          </p:nvPr>
        </p:nvSpPr>
        <p:spPr>
          <a:xfrm>
            <a:off x="839788" y="365125"/>
            <a:ext cx="10515600" cy="1325563"/>
          </a:xfrm>
        </p:spPr>
        <p:txBody>
          <a:bodyPr/>
          <a:lstStyle/>
          <a:p>
            <a:r>
              <a:rPr lang="en-US" dirty="0"/>
              <a:t>Methods and Codes</a:t>
            </a:r>
          </a:p>
        </p:txBody>
      </p:sp>
      <p:sp>
        <p:nvSpPr>
          <p:cNvPr id="3" name="Text Placeholder 2">
            <a:extLst>
              <a:ext uri="{FF2B5EF4-FFF2-40B4-BE49-F238E27FC236}">
                <a16:creationId xmlns:a16="http://schemas.microsoft.com/office/drawing/2014/main" id="{0141AB30-5A23-E470-BA58-A56B1EDB6387}"/>
              </a:ext>
            </a:extLst>
          </p:cNvPr>
          <p:cNvSpPr>
            <a:spLocks noGrp="1"/>
          </p:cNvSpPr>
          <p:nvPr>
            <p:ph type="body" idx="1"/>
          </p:nvPr>
        </p:nvSpPr>
        <p:spPr>
          <a:xfrm>
            <a:off x="839787" y="449468"/>
            <a:ext cx="5157787" cy="823912"/>
          </a:xfrm>
        </p:spPr>
        <p:txBody>
          <a:bodyPr/>
          <a:lstStyle/>
          <a:p>
            <a:r>
              <a:rPr lang="en-US" dirty="0"/>
              <a:t>Request Methods</a:t>
            </a:r>
          </a:p>
        </p:txBody>
      </p:sp>
      <p:sp>
        <p:nvSpPr>
          <p:cNvPr id="4" name="Content Placeholder 3">
            <a:extLst>
              <a:ext uri="{FF2B5EF4-FFF2-40B4-BE49-F238E27FC236}">
                <a16:creationId xmlns:a16="http://schemas.microsoft.com/office/drawing/2014/main" id="{AD089FC8-7D5F-E8E5-C510-EF80D54B5BA4}"/>
              </a:ext>
            </a:extLst>
          </p:cNvPr>
          <p:cNvSpPr>
            <a:spLocks noGrp="1"/>
          </p:cNvSpPr>
          <p:nvPr>
            <p:ph sz="half" idx="2"/>
          </p:nvPr>
        </p:nvSpPr>
        <p:spPr>
          <a:xfrm>
            <a:off x="836612" y="1364354"/>
            <a:ext cx="5157787" cy="3684588"/>
          </a:xfrm>
        </p:spPr>
        <p:txBody>
          <a:bodyPr>
            <a:normAutofit/>
          </a:bodyPr>
          <a:lstStyle/>
          <a:p>
            <a:pPr marL="0" indent="0">
              <a:buNone/>
            </a:pPr>
            <a:r>
              <a:rPr lang="en-US" sz="2000" dirty="0"/>
              <a:t> Method  = "GET”;</a:t>
            </a:r>
          </a:p>
          <a:p>
            <a:pPr marL="0" indent="0">
              <a:buNone/>
            </a:pPr>
            <a:r>
              <a:rPr lang="en-US" sz="2000" dirty="0"/>
              <a:t>                | "HEAD";</a:t>
            </a:r>
          </a:p>
          <a:p>
            <a:pPr marL="0" indent="0">
              <a:buNone/>
            </a:pPr>
            <a:r>
              <a:rPr lang="en-US" sz="2000" dirty="0"/>
              <a:t>                | "POST"; </a:t>
            </a:r>
          </a:p>
          <a:p>
            <a:pPr marL="0" indent="0">
              <a:buNone/>
            </a:pPr>
            <a:r>
              <a:rPr lang="en-US" sz="2000" dirty="0"/>
              <a:t>                | extension-method</a:t>
            </a:r>
          </a:p>
        </p:txBody>
      </p:sp>
      <p:sp>
        <p:nvSpPr>
          <p:cNvPr id="5" name="Text Placeholder 4">
            <a:extLst>
              <a:ext uri="{FF2B5EF4-FFF2-40B4-BE49-F238E27FC236}">
                <a16:creationId xmlns:a16="http://schemas.microsoft.com/office/drawing/2014/main" id="{D46D43BE-7077-09FB-350A-CAED42AE5D9E}"/>
              </a:ext>
            </a:extLst>
          </p:cNvPr>
          <p:cNvSpPr>
            <a:spLocks noGrp="1"/>
          </p:cNvSpPr>
          <p:nvPr>
            <p:ph type="body" sz="quarter" idx="3"/>
          </p:nvPr>
        </p:nvSpPr>
        <p:spPr>
          <a:xfrm>
            <a:off x="6169024" y="456817"/>
            <a:ext cx="5183188" cy="823912"/>
          </a:xfrm>
        </p:spPr>
        <p:txBody>
          <a:bodyPr/>
          <a:lstStyle/>
          <a:p>
            <a:r>
              <a:rPr lang="en-US" dirty="0"/>
              <a:t>Response Status Code</a:t>
            </a:r>
          </a:p>
        </p:txBody>
      </p:sp>
      <p:sp>
        <p:nvSpPr>
          <p:cNvPr id="6" name="Content Placeholder 5">
            <a:extLst>
              <a:ext uri="{FF2B5EF4-FFF2-40B4-BE49-F238E27FC236}">
                <a16:creationId xmlns:a16="http://schemas.microsoft.com/office/drawing/2014/main" id="{3146DB02-E8A2-2CCF-D3F0-29E5A2395ACE}"/>
              </a:ext>
            </a:extLst>
          </p:cNvPr>
          <p:cNvSpPr>
            <a:spLocks noGrp="1"/>
          </p:cNvSpPr>
          <p:nvPr>
            <p:ph sz="quarter" idx="4"/>
          </p:nvPr>
        </p:nvSpPr>
        <p:spPr>
          <a:xfrm>
            <a:off x="6169024" y="1359570"/>
            <a:ext cx="6198822" cy="5367802"/>
          </a:xfrm>
        </p:spPr>
        <p:txBody>
          <a:bodyPr>
            <a:normAutofit/>
          </a:bodyPr>
          <a:lstStyle/>
          <a:p>
            <a:pPr marL="0" indent="0">
              <a:buNone/>
            </a:pPr>
            <a:r>
              <a:rPr lang="en-US" sz="1400" dirty="0"/>
              <a:t> Status-Code= "200"   ; OK</a:t>
            </a:r>
          </a:p>
          <a:p>
            <a:pPr marL="0" indent="0">
              <a:buNone/>
            </a:pPr>
            <a:r>
              <a:rPr lang="en-US" sz="1400" dirty="0"/>
              <a:t>                      | "201"   ; Created</a:t>
            </a:r>
          </a:p>
          <a:p>
            <a:pPr marL="0" indent="0">
              <a:buNone/>
            </a:pPr>
            <a:r>
              <a:rPr lang="en-US" sz="1400" dirty="0"/>
              <a:t>                      | "202"   ; Accepted</a:t>
            </a:r>
          </a:p>
          <a:p>
            <a:pPr marL="0" indent="0">
              <a:buNone/>
            </a:pPr>
            <a:r>
              <a:rPr lang="en-US" sz="1400" dirty="0"/>
              <a:t>                      | "204"   ; No Content</a:t>
            </a:r>
          </a:p>
          <a:p>
            <a:pPr marL="0" indent="0">
              <a:buNone/>
            </a:pPr>
            <a:r>
              <a:rPr lang="en-US" sz="1400" dirty="0"/>
              <a:t>                      | "301"   ; Moved Permanently</a:t>
            </a:r>
          </a:p>
          <a:p>
            <a:pPr marL="0" indent="0">
              <a:buNone/>
            </a:pPr>
            <a:r>
              <a:rPr lang="en-US" sz="1400" dirty="0"/>
              <a:t>                      | "302"   ; Moved Temporarily</a:t>
            </a:r>
          </a:p>
          <a:p>
            <a:pPr marL="0" indent="0">
              <a:buNone/>
            </a:pPr>
            <a:r>
              <a:rPr lang="en-US" sz="1400" dirty="0"/>
              <a:t>                      | "304"   ; Not Modified</a:t>
            </a:r>
          </a:p>
          <a:p>
            <a:pPr marL="0" indent="0">
              <a:buNone/>
            </a:pPr>
            <a:r>
              <a:rPr lang="en-US" sz="1400" dirty="0"/>
              <a:t>                      | "400"   ; Bad Request</a:t>
            </a:r>
          </a:p>
          <a:p>
            <a:pPr marL="0" indent="0">
              <a:buNone/>
            </a:pPr>
            <a:r>
              <a:rPr lang="en-US" sz="1400" dirty="0"/>
              <a:t>                      | "401"   ; Unauthorized</a:t>
            </a:r>
          </a:p>
          <a:p>
            <a:pPr marL="0" indent="0">
              <a:buNone/>
            </a:pPr>
            <a:r>
              <a:rPr lang="en-US" sz="1400" dirty="0"/>
              <a:t>                      | "403"   ; Forbidden</a:t>
            </a:r>
          </a:p>
          <a:p>
            <a:pPr marL="0" indent="0">
              <a:buNone/>
            </a:pPr>
            <a:r>
              <a:rPr lang="en-US" sz="1400" dirty="0"/>
              <a:t>                      | "404"   ; Not Found</a:t>
            </a:r>
          </a:p>
          <a:p>
            <a:pPr marL="0" indent="0">
              <a:buNone/>
            </a:pPr>
            <a:r>
              <a:rPr lang="en-US" sz="1400" dirty="0"/>
              <a:t>                      | "500"   ; Internal Server Error</a:t>
            </a:r>
          </a:p>
          <a:p>
            <a:pPr marL="0" indent="0">
              <a:buNone/>
            </a:pPr>
            <a:r>
              <a:rPr lang="en-US" sz="1400" dirty="0"/>
              <a:t>                      | "501"   ; Not Implemented</a:t>
            </a:r>
          </a:p>
          <a:p>
            <a:pPr marL="0" indent="0">
              <a:buNone/>
            </a:pPr>
            <a:r>
              <a:rPr lang="en-US" sz="1400" dirty="0"/>
              <a:t>                      | "502"   ; Bad Gateway</a:t>
            </a:r>
          </a:p>
          <a:p>
            <a:pPr marL="0" indent="0">
              <a:buNone/>
            </a:pPr>
            <a:r>
              <a:rPr lang="en-US" sz="1400" dirty="0"/>
              <a:t>                      | "503"   ; Service Unavailable</a:t>
            </a:r>
          </a:p>
          <a:p>
            <a:pPr marL="0" indent="0">
              <a:buNone/>
            </a:pPr>
            <a:r>
              <a:rPr lang="en-US" sz="1400" dirty="0"/>
              <a:t>                      | extension-code</a:t>
            </a:r>
          </a:p>
        </p:txBody>
      </p:sp>
      <p:sp>
        <p:nvSpPr>
          <p:cNvPr id="8" name="TextBox 7">
            <a:extLst>
              <a:ext uri="{FF2B5EF4-FFF2-40B4-BE49-F238E27FC236}">
                <a16:creationId xmlns:a16="http://schemas.microsoft.com/office/drawing/2014/main" id="{FE9412AF-9C6E-C04B-8587-D9201265E2A3}"/>
              </a:ext>
            </a:extLst>
          </p:cNvPr>
          <p:cNvSpPr txBox="1"/>
          <p:nvPr/>
        </p:nvSpPr>
        <p:spPr>
          <a:xfrm>
            <a:off x="473868" y="6358040"/>
            <a:ext cx="11047412" cy="369332"/>
          </a:xfrm>
          <a:prstGeom prst="rect">
            <a:avLst/>
          </a:prstGeom>
          <a:noFill/>
        </p:spPr>
        <p:txBody>
          <a:bodyPr wrap="square" rtlCol="0">
            <a:spAutoFit/>
          </a:bodyPr>
          <a:lstStyle/>
          <a:p>
            <a:r>
              <a:rPr lang="en-US" dirty="0"/>
              <a:t>https://developer.mozilla.org/en-US/docs/Web/HTTP/Reference/Status</a:t>
            </a:r>
          </a:p>
        </p:txBody>
      </p:sp>
    </p:spTree>
    <p:extLst>
      <p:ext uri="{BB962C8B-B14F-4D97-AF65-F5344CB8AC3E}">
        <p14:creationId xmlns:p14="http://schemas.microsoft.com/office/powerpoint/2010/main" val="1543073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46C3C-2508-617F-DFFD-69D8C1A562D3}"/>
              </a:ext>
            </a:extLst>
          </p:cNvPr>
          <p:cNvSpPr>
            <a:spLocks noGrp="1"/>
          </p:cNvSpPr>
          <p:nvPr>
            <p:ph type="title"/>
          </p:nvPr>
        </p:nvSpPr>
        <p:spPr>
          <a:xfrm>
            <a:off x="548640" y="411481"/>
            <a:ext cx="8231293" cy="914400"/>
          </a:xfrm>
        </p:spPr>
        <p:txBody>
          <a:bodyPr/>
          <a:lstStyle/>
          <a:p>
            <a:r>
              <a:rPr lang="en-US" dirty="0"/>
              <a:t>HTTP Tools</a:t>
            </a:r>
          </a:p>
        </p:txBody>
      </p:sp>
      <p:sp>
        <p:nvSpPr>
          <p:cNvPr id="3" name="Content Placeholder 2">
            <a:extLst>
              <a:ext uri="{FF2B5EF4-FFF2-40B4-BE49-F238E27FC236}">
                <a16:creationId xmlns:a16="http://schemas.microsoft.com/office/drawing/2014/main" id="{ABEE76AF-6801-3ED8-C63E-EF4D8270B203}"/>
              </a:ext>
            </a:extLst>
          </p:cNvPr>
          <p:cNvSpPr>
            <a:spLocks noGrp="1"/>
          </p:cNvSpPr>
          <p:nvPr>
            <p:ph idx="1"/>
          </p:nvPr>
        </p:nvSpPr>
        <p:spPr>
          <a:xfrm>
            <a:off x="548640" y="1600199"/>
            <a:ext cx="11024925" cy="4572000"/>
          </a:xfrm>
        </p:spPr>
        <p:txBody>
          <a:bodyPr>
            <a:normAutofit/>
          </a:bodyPr>
          <a:lstStyle/>
          <a:p>
            <a:r>
              <a:rPr lang="en-US" dirty="0"/>
              <a:t>telnet</a:t>
            </a:r>
          </a:p>
          <a:p>
            <a:r>
              <a:rPr lang="en-US" dirty="0" err="1"/>
              <a:t>wget</a:t>
            </a:r>
            <a:endParaRPr lang="en-US" dirty="0"/>
          </a:p>
          <a:p>
            <a:r>
              <a:rPr lang="en-US" dirty="0"/>
              <a:t>curl</a:t>
            </a:r>
          </a:p>
          <a:p>
            <a:r>
              <a:rPr lang="en-US" dirty="0"/>
              <a:t>postman</a:t>
            </a:r>
          </a:p>
          <a:p>
            <a:r>
              <a:rPr lang="en-US" dirty="0"/>
              <a:t>requests</a:t>
            </a:r>
          </a:p>
          <a:p>
            <a:r>
              <a:rPr lang="en-US" dirty="0"/>
              <a:t>Wireshark</a:t>
            </a:r>
          </a:p>
          <a:p>
            <a:r>
              <a:rPr lang="en-US" dirty="0"/>
              <a:t>Browser (dev tools too!)</a:t>
            </a:r>
          </a:p>
          <a:p>
            <a:endParaRPr lang="en-US" dirty="0"/>
          </a:p>
          <a:p>
            <a:r>
              <a:rPr lang="en-US" dirty="0"/>
              <a:t>Demo</a:t>
            </a:r>
          </a:p>
        </p:txBody>
      </p:sp>
    </p:spTree>
    <p:extLst>
      <p:ext uri="{BB962C8B-B14F-4D97-AF65-F5344CB8AC3E}">
        <p14:creationId xmlns:p14="http://schemas.microsoft.com/office/powerpoint/2010/main" val="2012762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C739B-ABD3-1B66-CBCA-E60B87CBD537}"/>
              </a:ext>
            </a:extLst>
          </p:cNvPr>
          <p:cNvSpPr>
            <a:spLocks noGrp="1"/>
          </p:cNvSpPr>
          <p:nvPr>
            <p:ph type="title"/>
          </p:nvPr>
        </p:nvSpPr>
        <p:spPr>
          <a:xfrm>
            <a:off x="548640" y="411481"/>
            <a:ext cx="8231293" cy="914400"/>
          </a:xfrm>
        </p:spPr>
        <p:txBody>
          <a:bodyPr/>
          <a:lstStyle/>
          <a:p>
            <a:r>
              <a:rPr lang="en-US" dirty="0"/>
              <a:t>In python</a:t>
            </a:r>
          </a:p>
        </p:txBody>
      </p:sp>
      <p:sp>
        <p:nvSpPr>
          <p:cNvPr id="3" name="Content Placeholder 2">
            <a:extLst>
              <a:ext uri="{FF2B5EF4-FFF2-40B4-BE49-F238E27FC236}">
                <a16:creationId xmlns:a16="http://schemas.microsoft.com/office/drawing/2014/main" id="{7FEEDE65-D283-D0B6-5E49-938319C07FBD}"/>
              </a:ext>
            </a:extLst>
          </p:cNvPr>
          <p:cNvSpPr>
            <a:spLocks noGrp="1"/>
          </p:cNvSpPr>
          <p:nvPr>
            <p:ph idx="1"/>
          </p:nvPr>
        </p:nvSpPr>
        <p:spPr>
          <a:xfrm>
            <a:off x="548640" y="1600199"/>
            <a:ext cx="11024925" cy="4572000"/>
          </a:xfrm>
        </p:spPr>
        <p:txBody>
          <a:bodyPr/>
          <a:lstStyle/>
          <a:p>
            <a:r>
              <a:rPr lang="en-US" dirty="0"/>
              <a:t>Uses the requests library</a:t>
            </a:r>
          </a:p>
          <a:p>
            <a:endParaRPr lang="en-US" dirty="0"/>
          </a:p>
          <a:p>
            <a:r>
              <a:rPr lang="en-US"/>
              <a:t>Demo</a:t>
            </a:r>
            <a:endParaRPr lang="en-US" dirty="0"/>
          </a:p>
        </p:txBody>
      </p:sp>
    </p:spTree>
    <p:extLst>
      <p:ext uri="{BB962C8B-B14F-4D97-AF65-F5344CB8AC3E}">
        <p14:creationId xmlns:p14="http://schemas.microsoft.com/office/powerpoint/2010/main" val="1157162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4CC769-791B-48CC-8DD8-3E436EE0B1A3}"/>
              </a:ext>
            </a:extLst>
          </p:cNvPr>
          <p:cNvSpPr>
            <a:spLocks noGrp="1"/>
          </p:cNvSpPr>
          <p:nvPr>
            <p:ph type="title"/>
          </p:nvPr>
        </p:nvSpPr>
        <p:spPr>
          <a:xfrm>
            <a:off x="831850" y="1709738"/>
            <a:ext cx="10515600" cy="2852737"/>
          </a:xfrm>
        </p:spPr>
        <p:txBody>
          <a:bodyPr/>
          <a:lstStyle/>
          <a:p>
            <a:r>
              <a:rPr lang="en-US" dirty="0"/>
              <a:t>Questions</a:t>
            </a:r>
          </a:p>
        </p:txBody>
      </p:sp>
      <p:sp>
        <p:nvSpPr>
          <p:cNvPr id="3" name="Text Placeholder 2">
            <a:extLst>
              <a:ext uri="{FF2B5EF4-FFF2-40B4-BE49-F238E27FC236}">
                <a16:creationId xmlns:a16="http://schemas.microsoft.com/office/drawing/2014/main" id="{3F777F8E-CCD2-E251-54C3-3AC716544F3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76679044"/>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220</TotalTime>
  <Words>530</Words>
  <Application>Microsoft Office PowerPoint</Application>
  <PresentationFormat>Widescreen</PresentationFormat>
  <Paragraphs>88</Paragraphs>
  <Slides>8</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Arial Bold</vt:lpstr>
      <vt:lpstr>Play</vt:lpstr>
      <vt:lpstr>US Army 2023 AFC DEVCOM Logo</vt:lpstr>
      <vt:lpstr>HTTP and APIs</vt:lpstr>
      <vt:lpstr>HyperText Transfer Protocol</vt:lpstr>
      <vt:lpstr>The HTTP Protocol: Rules</vt:lpstr>
      <vt:lpstr>Examples</vt:lpstr>
      <vt:lpstr>Methods and Codes</vt:lpstr>
      <vt:lpstr>HTTP Tools</vt:lpstr>
      <vt:lpstr>In python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Shafer</dc:creator>
  <cp:lastModifiedBy>Ethan Shafer</cp:lastModifiedBy>
  <cp:revision>155</cp:revision>
  <dcterms:created xsi:type="dcterms:W3CDTF">2025-09-17T14:29:17Z</dcterms:created>
  <dcterms:modified xsi:type="dcterms:W3CDTF">2026-06-18T15:52:50Z</dcterms:modified>
</cp:coreProperties>
</file>